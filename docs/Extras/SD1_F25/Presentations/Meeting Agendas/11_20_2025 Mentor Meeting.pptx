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358d975b8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358d975b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sz="1400"/>
            </a:lvl1pPr>
            <a:lvl2pPr indent="0" lvl="1" marL="0" algn="r">
              <a:spcBef>
                <a:spcPts val="0"/>
              </a:spcBef>
              <a:buNone/>
              <a:defRPr b="1" sz="1400"/>
            </a:lvl2pPr>
            <a:lvl3pPr indent="0" lvl="2" marL="0" algn="r">
              <a:spcBef>
                <a:spcPts val="0"/>
              </a:spcBef>
              <a:buNone/>
              <a:defRPr b="1" sz="1400"/>
            </a:lvl3pPr>
            <a:lvl4pPr indent="0" lvl="3" marL="0" algn="r">
              <a:spcBef>
                <a:spcPts val="0"/>
              </a:spcBef>
              <a:buNone/>
              <a:defRPr b="1" sz="1400"/>
            </a:lvl4pPr>
            <a:lvl5pPr indent="0" lvl="4" marL="0" algn="r">
              <a:spcBef>
                <a:spcPts val="0"/>
              </a:spcBef>
              <a:buNone/>
              <a:defRPr b="1" sz="1400"/>
            </a:lvl5pPr>
            <a:lvl6pPr indent="0" lvl="5" marL="0" algn="r">
              <a:spcBef>
                <a:spcPts val="0"/>
              </a:spcBef>
              <a:buNone/>
              <a:defRPr b="1" sz="1400"/>
            </a:lvl6pPr>
            <a:lvl7pPr indent="0" lvl="6" marL="0" algn="r">
              <a:spcBef>
                <a:spcPts val="0"/>
              </a:spcBef>
              <a:buNone/>
              <a:defRPr b="1" sz="1400"/>
            </a:lvl7pPr>
            <a:lvl8pPr indent="0" lvl="7" marL="0" algn="r">
              <a:spcBef>
                <a:spcPts val="0"/>
              </a:spcBef>
              <a:buNone/>
              <a:defRPr b="1" sz="1400"/>
            </a:lvl8pPr>
            <a:lvl9pPr indent="0" lvl="8" marL="0" algn="r">
              <a:spcBef>
                <a:spcPts val="0"/>
              </a:spcBef>
              <a:buNone/>
              <a:defRPr b="1"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62436" y="-1"/>
            <a:ext cx="906343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7105" y="4601905"/>
            <a:ext cx="4275192" cy="576122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2378034" y="2701529"/>
            <a:ext cx="3269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2467099" y="1329928"/>
            <a:ext cx="34878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  <a:endParaRPr sz="11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2">
            <a:alphaModFix/>
          </a:blip>
          <a:srcRect b="0" l="0" r="85401" t="0"/>
          <a:stretch/>
        </p:blipFill>
        <p:spPr>
          <a:xfrm>
            <a:off x="4667" y="0"/>
            <a:ext cx="133445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4330223"/>
            <a:ext cx="3287554" cy="91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1335974" y="1282303"/>
            <a:ext cx="71745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1335973" y="3421856"/>
            <a:ext cx="71841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" name="Google Shape;4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9" y="0"/>
            <a:ext cx="13350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0"/>
            <a:ext cx="3287554" cy="91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2027952" y="273844"/>
            <a:ext cx="6487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1102918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2" type="body"/>
          </p:nvPr>
        </p:nvSpPr>
        <p:spPr>
          <a:xfrm>
            <a:off x="4987636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1379472" y="273844"/>
            <a:ext cx="7137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1157840" y="1260872"/>
            <a:ext cx="35007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1157840" y="1878806"/>
            <a:ext cx="35007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4998647" y="1260872"/>
            <a:ext cx="3517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4998647" y="1878806"/>
            <a:ext cx="35178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0071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/>
          <p:nvPr>
            <p:ph type="title"/>
          </p:nvPr>
        </p:nvSpPr>
        <p:spPr>
          <a:xfrm>
            <a:off x="1335024" y="273844"/>
            <a:ext cx="71802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351267" y="34409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4479966" y="740569"/>
            <a:ext cx="40365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75" name="Google Shape;75;p10"/>
          <p:cNvSpPr txBox="1"/>
          <p:nvPr>
            <p:ph idx="2" type="body"/>
          </p:nvPr>
        </p:nvSpPr>
        <p:spPr>
          <a:xfrm>
            <a:off x="1351267" y="154424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6" name="Google Shape;76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" name="Google Shape;7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/>
          <p:nvPr>
            <p:ph type="title"/>
          </p:nvPr>
        </p:nvSpPr>
        <p:spPr>
          <a:xfrm>
            <a:off x="121146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1"/>
          <p:cNvSpPr/>
          <p:nvPr>
            <p:ph idx="2" type="pic"/>
          </p:nvPr>
        </p:nvSpPr>
        <p:spPr>
          <a:xfrm>
            <a:off x="4417621" y="740569"/>
            <a:ext cx="4098900" cy="36612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1"/>
          <p:cNvSpPr txBox="1"/>
          <p:nvPr>
            <p:ph idx="1" type="body"/>
          </p:nvPr>
        </p:nvSpPr>
        <p:spPr>
          <a:xfrm>
            <a:off x="121146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84" name="Google Shape;84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2" type="sldNum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7" name="Google Shape;8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52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29096" y="273844"/>
            <a:ext cx="7286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104405" y="1385888"/>
            <a:ext cx="74109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7086600" y="4869588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1828800" marR="0" rtl="0" algn="l">
              <a:spcBef>
                <a:spcPts val="0"/>
              </a:spcBef>
              <a:buNone/>
              <a:defRPr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828800" marR="0" rtl="0" algn="l">
              <a:spcBef>
                <a:spcPts val="0"/>
              </a:spcBef>
              <a:buNone/>
              <a:defRPr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828800" marR="0" rtl="0" algn="l">
              <a:spcBef>
                <a:spcPts val="0"/>
              </a:spcBef>
              <a:buNone/>
              <a:defRPr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828800" marR="0" rtl="0" algn="l">
              <a:spcBef>
                <a:spcPts val="0"/>
              </a:spcBef>
              <a:buNone/>
              <a:defRPr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buNone/>
              <a:defRPr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828800" marR="0" rtl="0" algn="l">
              <a:spcBef>
                <a:spcPts val="0"/>
              </a:spcBef>
              <a:buNone/>
              <a:defRPr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828800" marR="0" rtl="0" algn="l">
              <a:spcBef>
                <a:spcPts val="0"/>
              </a:spcBef>
              <a:buNone/>
              <a:defRPr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828800" marR="0" rtl="0" algn="l">
              <a:spcBef>
                <a:spcPts val="0"/>
              </a:spcBef>
              <a:buNone/>
              <a:defRPr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828800" marR="0" rtl="0" algn="l">
              <a:spcBef>
                <a:spcPts val="0"/>
              </a:spcBef>
              <a:buNone/>
              <a:defRPr b="1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</a:t>
            </a:r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Mentor Meeting</a:t>
            </a:r>
            <a:endParaRPr/>
          </a:p>
        </p:txBody>
      </p:sp>
      <p:sp>
        <p:nvSpPr>
          <p:cNvPr id="93" name="Google Shape;93;p1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11/20/2025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99" name="Google Shape;99;p13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PR Updates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Poster Review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2A502B"/>
      </a:dk2>
      <a:lt2>
        <a:srgbClr val="FFFFFF"/>
      </a:lt2>
      <a:accent1>
        <a:srgbClr val="F2E372"/>
      </a:accent1>
      <a:accent2>
        <a:srgbClr val="2A502B"/>
      </a:accent2>
      <a:accent3>
        <a:srgbClr val="E7BC29"/>
      </a:accent3>
      <a:accent4>
        <a:srgbClr val="1F3C20"/>
      </a:accent4>
      <a:accent5>
        <a:srgbClr val="0070C0"/>
      </a:accent5>
      <a:accent6>
        <a:srgbClr val="2A502B"/>
      </a:accent6>
      <a:hlink>
        <a:srgbClr val="0070C0"/>
      </a:hlink>
      <a:folHlink>
        <a:srgbClr val="344D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