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gWDi0IEFAhd6Rx+1i/FAa54u1V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7c5031ee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7c5031e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1816924" y="365125"/>
            <a:ext cx="953687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1816924" y="1825625"/>
            <a:ext cx="953687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" name="Google Shape;24;p5"/>
          <p:cNvPicPr preferRelativeResize="0"/>
          <p:nvPr/>
        </p:nvPicPr>
        <p:blipFill rotWithShape="1">
          <a:blip r:embed="rId2">
            <a:alphaModFix/>
          </a:blip>
          <a:srcRect b="0" l="0" r="85401" t="0"/>
          <a:stretch/>
        </p:blipFill>
        <p:spPr>
          <a:xfrm>
            <a:off x="6223" y="0"/>
            <a:ext cx="1779278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0498" y="5773631"/>
            <a:ext cx="4383404" cy="1219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" name="Google Shape;3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416581" y="-1"/>
            <a:ext cx="1208458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69473" y="6135873"/>
            <a:ext cx="5700254" cy="768163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3170712" y="3602038"/>
            <a:ext cx="4358641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4" name="Google Shape;34;p6"/>
          <p:cNvSpPr txBox="1"/>
          <p:nvPr/>
        </p:nvSpPr>
        <p:spPr>
          <a:xfrm>
            <a:off x="3289466" y="1773237"/>
            <a:ext cx="4650576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1781298" y="1709738"/>
            <a:ext cx="9566151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1781297" y="4562475"/>
            <a:ext cx="9578853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" name="Google Shape;4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66" y="0"/>
            <a:ext cx="1780032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90498" y="0"/>
            <a:ext cx="4383404" cy="1219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type="title"/>
          </p:nvPr>
        </p:nvSpPr>
        <p:spPr>
          <a:xfrm>
            <a:off x="2703936" y="365125"/>
            <a:ext cx="864986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8"/>
          <p:cNvSpPr txBox="1"/>
          <p:nvPr>
            <p:ph idx="1" type="body"/>
          </p:nvPr>
        </p:nvSpPr>
        <p:spPr>
          <a:xfrm>
            <a:off x="1470557" y="1825625"/>
            <a:ext cx="470361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2" type="body"/>
          </p:nvPr>
        </p:nvSpPr>
        <p:spPr>
          <a:xfrm>
            <a:off x="6650182" y="1825625"/>
            <a:ext cx="470361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0" name="Google Shape;50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78003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/>
          <p:nvPr>
            <p:ph type="title"/>
          </p:nvPr>
        </p:nvSpPr>
        <p:spPr>
          <a:xfrm>
            <a:off x="1839296" y="365125"/>
            <a:ext cx="951609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" type="body"/>
          </p:nvPr>
        </p:nvSpPr>
        <p:spPr>
          <a:xfrm>
            <a:off x="1543786" y="1681163"/>
            <a:ext cx="4667539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9"/>
          <p:cNvSpPr txBox="1"/>
          <p:nvPr>
            <p:ph idx="2" type="body"/>
          </p:nvPr>
        </p:nvSpPr>
        <p:spPr>
          <a:xfrm>
            <a:off x="1543786" y="2505075"/>
            <a:ext cx="4667539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9"/>
          <p:cNvSpPr txBox="1"/>
          <p:nvPr>
            <p:ph idx="3" type="body"/>
          </p:nvPr>
        </p:nvSpPr>
        <p:spPr>
          <a:xfrm>
            <a:off x="6664862" y="1681163"/>
            <a:ext cx="4690526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9"/>
          <p:cNvSpPr txBox="1"/>
          <p:nvPr>
            <p:ph idx="4" type="body"/>
          </p:nvPr>
        </p:nvSpPr>
        <p:spPr>
          <a:xfrm>
            <a:off x="6664862" y="2505075"/>
            <a:ext cx="4690526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0" name="Google Shape;60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26761"/>
            <a:ext cx="178003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80032" y="365125"/>
            <a:ext cx="9573768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6" name="Google Shape;66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78003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1" name="Google Shape;7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78003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1801689" y="458787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>
            <a:off x="5973288" y="987425"/>
            <a:ext cx="53821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5" name="Google Shape;75;p12"/>
          <p:cNvSpPr txBox="1"/>
          <p:nvPr>
            <p:ph idx="2" type="body"/>
          </p:nvPr>
        </p:nvSpPr>
        <p:spPr>
          <a:xfrm>
            <a:off x="1801689" y="2058987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9" name="Google Shape;79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78003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1615281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/>
          <p:nvPr>
            <p:ph idx="2" type="pic"/>
          </p:nvPr>
        </p:nvSpPr>
        <p:spPr>
          <a:xfrm>
            <a:off x="5890161" y="987425"/>
            <a:ext cx="5465227" cy="4881563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3"/>
          <p:cNvSpPr txBox="1"/>
          <p:nvPr>
            <p:ph idx="1" type="body"/>
          </p:nvPr>
        </p:nvSpPr>
        <p:spPr>
          <a:xfrm>
            <a:off x="1615281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7" name="Google Shape;87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6470" y="0"/>
            <a:ext cx="178003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1638794" y="365125"/>
            <a:ext cx="971500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1472540" y="1847850"/>
            <a:ext cx="988126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780032" cy="685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>
            <p:ph type="ctrTitle"/>
          </p:nvPr>
        </p:nvSpPr>
        <p:spPr>
          <a:xfrm>
            <a:off x="1524000" y="1122362"/>
            <a:ext cx="9144000" cy="29448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Mentor Meeting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10/1/2025</a:t>
            </a:r>
            <a:endParaRPr/>
          </a:p>
        </p:txBody>
      </p:sp>
      <p:pic>
        <p:nvPicPr>
          <p:cNvPr id="93" name="Google Shape;9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33200" y="6299200"/>
            <a:ext cx="406400" cy="4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>
            <p:ph type="title"/>
          </p:nvPr>
        </p:nvSpPr>
        <p:spPr>
          <a:xfrm>
            <a:off x="1816924" y="365125"/>
            <a:ext cx="953687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5000"/>
              <a:t>Agenda</a:t>
            </a:r>
            <a:endParaRPr sz="5000"/>
          </a:p>
        </p:txBody>
      </p:sp>
      <p:sp>
        <p:nvSpPr>
          <p:cNvPr id="99" name="Google Shape;99;p2"/>
          <p:cNvSpPr txBox="1"/>
          <p:nvPr>
            <p:ph idx="1" type="body"/>
          </p:nvPr>
        </p:nvSpPr>
        <p:spPr>
          <a:xfrm>
            <a:off x="1816924" y="1825625"/>
            <a:ext cx="953687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73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3500"/>
              <a:t>CDR Notes</a:t>
            </a:r>
            <a:endParaRPr sz="3500"/>
          </a:p>
          <a:p>
            <a:pPr indent="-3873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500"/>
              <a:buChar char="•"/>
            </a:pPr>
            <a:r>
              <a:rPr lang="en-US" sz="3500"/>
              <a:t>Devkit/KiCad Discussions</a:t>
            </a:r>
            <a:endParaRPr sz="3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7c5031ee4_0_0"/>
          <p:cNvSpPr txBox="1"/>
          <p:nvPr>
            <p:ph type="title"/>
          </p:nvPr>
        </p:nvSpPr>
        <p:spPr>
          <a:xfrm>
            <a:off x="1816924" y="365125"/>
            <a:ext cx="95370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/>
              <a:t>CDR Notes</a:t>
            </a:r>
            <a:endParaRPr sz="5000"/>
          </a:p>
        </p:txBody>
      </p:sp>
      <p:sp>
        <p:nvSpPr>
          <p:cNvPr id="105" name="Google Shape;105;g387c5031ee4_0_0"/>
          <p:cNvSpPr txBox="1"/>
          <p:nvPr>
            <p:ph idx="1" type="body"/>
          </p:nvPr>
        </p:nvSpPr>
        <p:spPr>
          <a:xfrm>
            <a:off x="1816924" y="1825625"/>
            <a:ext cx="95370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J-link educational edition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Chip or patch antenna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Themed enclosures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2A502B"/>
      </a:dk2>
      <a:lt2>
        <a:srgbClr val="FFFFFF"/>
      </a:lt2>
      <a:accent1>
        <a:srgbClr val="F2E372"/>
      </a:accent1>
      <a:accent2>
        <a:srgbClr val="2A502B"/>
      </a:accent2>
      <a:accent3>
        <a:srgbClr val="E7BC29"/>
      </a:accent3>
      <a:accent4>
        <a:srgbClr val="1F3C20"/>
      </a:accent4>
      <a:accent5>
        <a:srgbClr val="0070C0"/>
      </a:accent5>
      <a:accent6>
        <a:srgbClr val="2A502B"/>
      </a:accent6>
      <a:hlink>
        <a:srgbClr val="0070C0"/>
      </a:hlink>
      <a:folHlink>
        <a:srgbClr val="344D6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2022-06-02T12:14:53Z</dcterms:created>
  <dc:creator>Meg S Harkins</dc:creator>
</cp:coreProperties>
</file>