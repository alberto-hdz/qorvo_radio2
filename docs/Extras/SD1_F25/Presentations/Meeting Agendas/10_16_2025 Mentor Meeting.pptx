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RZSpEC7VRv01Qh2/cJD4tWbq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745b6d5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d745b6d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745b6d5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d745b6d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6223" y="0"/>
            <a:ext cx="177927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5773631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6581" y="-1"/>
            <a:ext cx="120845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9473" y="6135873"/>
            <a:ext cx="5700254" cy="768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70712" y="3602038"/>
            <a:ext cx="4358641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6"/>
          <p:cNvSpPr txBox="1"/>
          <p:nvPr/>
        </p:nvSpPr>
        <p:spPr>
          <a:xfrm>
            <a:off x="3289466" y="1773237"/>
            <a:ext cx="465057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1781298" y="1709738"/>
            <a:ext cx="956615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781297" y="4562475"/>
            <a:ext cx="957885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" y="0"/>
            <a:ext cx="17800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0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2703936" y="365125"/>
            <a:ext cx="86498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470557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6650182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1839296" y="365125"/>
            <a:ext cx="95160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1543786" y="1681163"/>
            <a:ext cx="466753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1543786" y="2505075"/>
            <a:ext cx="466753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6664862" y="1681163"/>
            <a:ext cx="469052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9"/>
          <p:cNvSpPr txBox="1"/>
          <p:nvPr>
            <p:ph idx="4" type="body"/>
          </p:nvPr>
        </p:nvSpPr>
        <p:spPr>
          <a:xfrm>
            <a:off x="6664862" y="2505075"/>
            <a:ext cx="469052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761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80032" y="365125"/>
            <a:ext cx="95737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801689" y="458787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973288" y="987425"/>
            <a:ext cx="53821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1801689" y="2058987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1615281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5890161" y="987425"/>
            <a:ext cx="5465227" cy="488156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615281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7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638794" y="365125"/>
            <a:ext cx="971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472540" y="1847850"/>
            <a:ext cx="98812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2"/>
            <a:ext cx="9144000" cy="2944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QORVO_RADIO2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10/16/2025 Meeting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3200" y="62992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Weekly Assignments</a:t>
            </a:r>
            <a:endParaRPr sz="3200"/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Sponsor Meeting</a:t>
            </a:r>
            <a:endParaRPr sz="3200"/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Project Status</a:t>
            </a:r>
            <a:endParaRPr sz="3200"/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PDR Scheduling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d745b6d50_0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Weekly Assignments</a:t>
            </a:r>
            <a:endParaRPr/>
          </a:p>
        </p:txBody>
      </p:sp>
      <p:sp>
        <p:nvSpPr>
          <p:cNvPr id="105" name="Google Shape;105;g38d745b6d50_0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Progress Report #2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Timesheet #3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Fill in the Gaps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Expo Requirement (Completed)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745b6d50_0_5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</a:t>
            </a:r>
            <a:endParaRPr/>
          </a:p>
        </p:txBody>
      </p:sp>
      <p:sp>
        <p:nvSpPr>
          <p:cNvPr id="111" name="Google Shape;111;g38d745b6d50_0_5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Sponsor Meeting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Project Status</a:t>
            </a:r>
            <a:endParaRPr sz="3200"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PDR Scheduling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2022-06-02T12:14:53Z</dcterms:created>
  <dc:creator>Meg S Harkins</dc:creator>
</cp:coreProperties>
</file>