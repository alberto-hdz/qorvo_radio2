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7df5333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7df5333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400"/>
            </a:lvl1pPr>
            <a:lvl2pPr indent="0" lvl="1" marL="0" algn="r">
              <a:spcBef>
                <a:spcPts val="0"/>
              </a:spcBef>
              <a:buNone/>
              <a:defRPr b="1" sz="1400"/>
            </a:lvl2pPr>
            <a:lvl3pPr indent="0" lvl="2" marL="0" algn="r">
              <a:spcBef>
                <a:spcPts val="0"/>
              </a:spcBef>
              <a:buNone/>
              <a:defRPr b="1" sz="1400"/>
            </a:lvl3pPr>
            <a:lvl4pPr indent="0" lvl="3" marL="0" algn="r">
              <a:spcBef>
                <a:spcPts val="0"/>
              </a:spcBef>
              <a:buNone/>
              <a:defRPr b="1" sz="1400"/>
            </a:lvl4pPr>
            <a:lvl5pPr indent="0" lvl="4" marL="0" algn="r">
              <a:spcBef>
                <a:spcPts val="0"/>
              </a:spcBef>
              <a:buNone/>
              <a:defRPr b="1" sz="1400"/>
            </a:lvl5pPr>
            <a:lvl6pPr indent="0" lvl="5" marL="0" algn="r">
              <a:spcBef>
                <a:spcPts val="0"/>
              </a:spcBef>
              <a:buNone/>
              <a:defRPr b="1" sz="1400"/>
            </a:lvl6pPr>
            <a:lvl7pPr indent="0" lvl="6" marL="0" algn="r">
              <a:spcBef>
                <a:spcPts val="0"/>
              </a:spcBef>
              <a:buNone/>
              <a:defRPr b="1" sz="1400"/>
            </a:lvl7pPr>
            <a:lvl8pPr indent="0" lvl="7" marL="0" algn="r">
              <a:spcBef>
                <a:spcPts val="0"/>
              </a:spcBef>
              <a:buNone/>
              <a:defRPr b="1" sz="1400"/>
            </a:lvl8pPr>
            <a:lvl9pPr indent="0" lvl="8" marL="0" algn="r">
              <a:spcBef>
                <a:spcPts val="0"/>
              </a:spcBef>
              <a:buNone/>
              <a:defRPr b="1"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1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 Meeting</a:t>
            </a:r>
            <a:endParaRPr/>
          </a:p>
        </p:txBody>
      </p:sp>
      <p:sp>
        <p:nvSpPr>
          <p:cNvPr id="93" name="Google Shape;93;p1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11/21/2025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99" name="Google Shape;99;p13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Expo Poster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Electrical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