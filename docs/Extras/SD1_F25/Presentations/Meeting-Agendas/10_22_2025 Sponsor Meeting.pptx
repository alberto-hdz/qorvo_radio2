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j/V/gIXeiJspJYwOQse5mQ6niY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fea69312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bfea6931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fea69312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bfea6931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bfea69312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bfea69312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bfea69312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bfea6931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bfea69312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bfea6931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c0adcae9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c0adcae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1816924" y="365125"/>
            <a:ext cx="9536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1816924" y="1825625"/>
            <a:ext cx="953687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6223" y="0"/>
            <a:ext cx="177927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498" y="5773631"/>
            <a:ext cx="4383404" cy="121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16581" y="-1"/>
            <a:ext cx="1208458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9473" y="6135873"/>
            <a:ext cx="5700254" cy="76816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3170712" y="3602038"/>
            <a:ext cx="4358641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6"/>
          <p:cNvSpPr txBox="1"/>
          <p:nvPr/>
        </p:nvSpPr>
        <p:spPr>
          <a:xfrm>
            <a:off x="3289466" y="1773237"/>
            <a:ext cx="465057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1781298" y="1709738"/>
            <a:ext cx="956615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1781297" y="4562475"/>
            <a:ext cx="957885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66" y="0"/>
            <a:ext cx="178003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498" y="0"/>
            <a:ext cx="4383404" cy="121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2703936" y="365125"/>
            <a:ext cx="864986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1470557" y="1825625"/>
            <a:ext cx="47036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6650182" y="1825625"/>
            <a:ext cx="47036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1839296" y="365125"/>
            <a:ext cx="95160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1543786" y="1681163"/>
            <a:ext cx="466753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1543786" y="2505075"/>
            <a:ext cx="4667539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3" type="body"/>
          </p:nvPr>
        </p:nvSpPr>
        <p:spPr>
          <a:xfrm>
            <a:off x="6664862" y="1681163"/>
            <a:ext cx="469052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9"/>
          <p:cNvSpPr txBox="1"/>
          <p:nvPr>
            <p:ph idx="4" type="body"/>
          </p:nvPr>
        </p:nvSpPr>
        <p:spPr>
          <a:xfrm>
            <a:off x="6664862" y="2505075"/>
            <a:ext cx="469052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6761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80032" y="365125"/>
            <a:ext cx="957376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801689" y="458787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5973288" y="987425"/>
            <a:ext cx="53821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1801689" y="2058987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1615281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/>
          <p:nvPr>
            <p:ph idx="2" type="pic"/>
          </p:nvPr>
        </p:nvSpPr>
        <p:spPr>
          <a:xfrm>
            <a:off x="5890161" y="987425"/>
            <a:ext cx="5465227" cy="488156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1615281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47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1638794" y="365125"/>
            <a:ext cx="971500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1472540" y="1847850"/>
            <a:ext cx="98812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524000" y="1122362"/>
            <a:ext cx="9144000" cy="2944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QORVO_RADIO2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10/22/2025 Meeting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3200" y="62992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bfea69312_1_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9" name="Google Shape;99;g39bfea69312_1_0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100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KiCad Development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General 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bfea69312_1_5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KiCad Development</a:t>
            </a:r>
            <a:endParaRPr/>
          </a:p>
        </p:txBody>
      </p:sp>
      <p:sp>
        <p:nvSpPr>
          <p:cNvPr id="105" name="Google Shape;105;g39bfea69312_1_5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/>
              <a:t>Completed</a:t>
            </a:r>
            <a:endParaRPr u="sng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All footprints completed and checked for errors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Revised symbols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Add zero ohm resistors for </a:t>
            </a:r>
            <a:r>
              <a:rPr lang="en-US"/>
              <a:t>low pass</a:t>
            </a:r>
            <a:r>
              <a:rPr lang="en-US"/>
              <a:t> rc filters at speaker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Combined all completed sub circuits onto on circuit schematic.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Created Pinout headers for all external components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/>
              <a:t>To-do</a:t>
            </a:r>
            <a:endParaRPr u="sng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Antenna circuit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Developing PCB layout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bfea69312_1_1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RC Filters (0 Ohm resistors)</a:t>
            </a:r>
            <a:endParaRPr/>
          </a:p>
        </p:txBody>
      </p:sp>
      <p:pic>
        <p:nvPicPr>
          <p:cNvPr id="111" name="Google Shape;111;g39bfea69312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913" y="1859275"/>
            <a:ext cx="97821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bfea69312_1_16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Pinout headers</a:t>
            </a:r>
            <a:endParaRPr/>
          </a:p>
        </p:txBody>
      </p:sp>
      <p:pic>
        <p:nvPicPr>
          <p:cNvPr id="117" name="Google Shape;117;g39bfea69312_1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8263" y="1515152"/>
            <a:ext cx="6085474" cy="42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bfea69312_2_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Inverted F Antenna Symbol and Footprint</a:t>
            </a:r>
            <a:endParaRPr/>
          </a:p>
        </p:txBody>
      </p:sp>
      <p:pic>
        <p:nvPicPr>
          <p:cNvPr id="123" name="Google Shape;123;g39bfea69312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6925" y="1690825"/>
            <a:ext cx="6350625" cy="117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9bfea69312_2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6925" y="2869050"/>
            <a:ext cx="5059167" cy="36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c0adcae9b_0_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General Announcements</a:t>
            </a:r>
            <a:endParaRPr/>
          </a:p>
        </p:txBody>
      </p:sp>
      <p:sp>
        <p:nvSpPr>
          <p:cNvPr id="130" name="Google Shape;130;g39c0adcae9b_0_0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PDR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11/7/2025 at 9am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EPIC 3226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Purchase Requisitions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2022-06-02T12:14:53Z</dcterms:created>
  <dc:creator>Meg S Harkins</dc:creator>
</cp:coreProperties>
</file>