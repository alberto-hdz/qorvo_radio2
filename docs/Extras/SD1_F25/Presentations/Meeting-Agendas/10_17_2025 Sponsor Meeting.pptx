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HOWemdKrPsvA+K0gQPsSnFp54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dc3fd900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dc3fd90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c3fd900a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dc3fd90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c3fd900a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dc3fd900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c3fd900a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dc3fd900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c3fd900a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c3fd900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c3fd900a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dc3fd900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dc3fd900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dc3fd900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c87f27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dc87f27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dc87f27f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dc87f27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dc87f27f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dc87f27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c87f27f1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c87f27f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c87f27f1_4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c87f27f1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dc87f27f1_4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dc87f27f1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6223" y="0"/>
            <a:ext cx="177927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5773631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6581" y="-1"/>
            <a:ext cx="120845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9473" y="6135873"/>
            <a:ext cx="5700254" cy="768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70712" y="3602038"/>
            <a:ext cx="4358641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6"/>
          <p:cNvSpPr txBox="1"/>
          <p:nvPr/>
        </p:nvSpPr>
        <p:spPr>
          <a:xfrm>
            <a:off x="3289466" y="1773237"/>
            <a:ext cx="465057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1781298" y="1709738"/>
            <a:ext cx="956615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781297" y="4562475"/>
            <a:ext cx="957885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" y="0"/>
            <a:ext cx="17800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0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2703936" y="365125"/>
            <a:ext cx="86498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470557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6650182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1839296" y="365125"/>
            <a:ext cx="95160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1543786" y="1681163"/>
            <a:ext cx="466753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1543786" y="2505075"/>
            <a:ext cx="466753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6664862" y="1681163"/>
            <a:ext cx="469052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9"/>
          <p:cNvSpPr txBox="1"/>
          <p:nvPr>
            <p:ph idx="4" type="body"/>
          </p:nvPr>
        </p:nvSpPr>
        <p:spPr>
          <a:xfrm>
            <a:off x="6664862" y="2505075"/>
            <a:ext cx="469052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761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80032" y="365125"/>
            <a:ext cx="95737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801689" y="458787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973288" y="987425"/>
            <a:ext cx="53821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1801689" y="2058987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1615281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5890161" y="987425"/>
            <a:ext cx="5465227" cy="488156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615281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7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638794" y="365125"/>
            <a:ext cx="971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472540" y="1847850"/>
            <a:ext cx="98812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2"/>
            <a:ext cx="9144000" cy="2944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QORVO_RADIO2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10/17/2025 Meeting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3200" y="62992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c3fd900a_1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KiCad Development</a:t>
            </a:r>
            <a:endParaRPr/>
          </a:p>
        </p:txBody>
      </p:sp>
      <p:sp>
        <p:nvSpPr>
          <p:cNvPr id="99" name="Google Shape;99;g38dc3fd900a_1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Symbols completed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Started footprint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Footprints completed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Battery Housing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Buck Converter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QPG6200L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Crystal Oscillator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ADC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Audio Amplifier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Footprints NOT completed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Microphone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Through holes for external devices (Speaker, Doorbell, Lighting, ultrasonic sensor)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J-Link header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Inductors &amp; Diodes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dc3fd900a_1_5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 Circuit</a:t>
            </a:r>
            <a:endParaRPr/>
          </a:p>
        </p:txBody>
      </p:sp>
      <p:pic>
        <p:nvPicPr>
          <p:cNvPr id="105" name="Google Shape;105;g38dc3fd900a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200" y="2254202"/>
            <a:ext cx="10195100" cy="31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c3fd900a_1_11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QPG6200L Symbol</a:t>
            </a:r>
            <a:endParaRPr/>
          </a:p>
        </p:txBody>
      </p:sp>
      <p:pic>
        <p:nvPicPr>
          <p:cNvPr id="111" name="Google Shape;111;g38dc3fd900a_1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4825" y="1506325"/>
            <a:ext cx="606742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c3fd900a_1_17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Audio Speaker Circuit</a:t>
            </a:r>
            <a:endParaRPr/>
          </a:p>
        </p:txBody>
      </p:sp>
      <p:pic>
        <p:nvPicPr>
          <p:cNvPr id="117" name="Google Shape;117;g38dc3fd900a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125" y="1816750"/>
            <a:ext cx="9743875" cy="35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c3fd900a_1_23"/>
          <p:cNvSpPr txBox="1"/>
          <p:nvPr>
            <p:ph type="title"/>
          </p:nvPr>
        </p:nvSpPr>
        <p:spPr>
          <a:xfrm>
            <a:off x="1954549" y="6437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Footprints</a:t>
            </a:r>
            <a:endParaRPr/>
          </a:p>
        </p:txBody>
      </p:sp>
      <p:pic>
        <p:nvPicPr>
          <p:cNvPr id="123" name="Google Shape;123;g38dc3fd900a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651" y="1499200"/>
            <a:ext cx="4808998" cy="18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8dc3fd900a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551" y="1499200"/>
            <a:ext cx="3830428" cy="18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dc3fd900a_1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1849" y="3741800"/>
            <a:ext cx="3095825" cy="19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8dc3fd900a_1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6728" y="3741800"/>
            <a:ext cx="2190843" cy="19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dc3fd900a_1_34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Footprints continued</a:t>
            </a:r>
            <a:endParaRPr/>
          </a:p>
        </p:txBody>
      </p:sp>
      <p:pic>
        <p:nvPicPr>
          <p:cNvPr id="132" name="Google Shape;132;g38dc3fd900a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925" y="1690819"/>
            <a:ext cx="3589299" cy="31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8dc3fd900a_1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837" y="1690824"/>
            <a:ext cx="2977900" cy="19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8dc3fd900a_1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4830" y="3842100"/>
            <a:ext cx="2784871" cy="19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8dc3fd900a_1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23677" y="4122460"/>
            <a:ext cx="2461101" cy="14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dc3fd900a_2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Footprints</a:t>
            </a:r>
            <a:endParaRPr/>
          </a:p>
        </p:txBody>
      </p:sp>
      <p:pic>
        <p:nvPicPr>
          <p:cNvPr id="141" name="Google Shape;141;g38dc3fd900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325" y="1690825"/>
            <a:ext cx="5089976" cy="21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dc3fd900a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600" y="1690825"/>
            <a:ext cx="3122500" cy="27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dc87f27f1_0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Recent Progress</a:t>
            </a:r>
            <a:endParaRPr/>
          </a:p>
        </p:txBody>
      </p:sp>
      <p:sp>
        <p:nvSpPr>
          <p:cNvPr id="148" name="Google Shape;148;g38dc87f27f1_0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Downloaded UI (ThingsBoard) to Provided Linux Laptop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Initial </a:t>
            </a:r>
            <a:r>
              <a:rPr lang="en-US"/>
              <a:t>Setup</a:t>
            </a:r>
            <a:r>
              <a:rPr lang="en-US"/>
              <a:t> completed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Learning to Activate/Configure different Peripherals using the provided devkit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Downloaded SDK and accessed the development container through VS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Exploring Bluetooth, Zigbee/Thread, and Matter protocols for device communication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c87f27f1_0_1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Learn to use and setup Gateway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Set up initial RF Communication Test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Integrate peripherals with ThingsBoard UI for real-time monitoring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Investigating Zigbee Light Link (ZLL) and BLE services and characteristics for device control and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Investigate more on IEEE 802.11 (WiFi) for gateway communication with tablet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Run some example applications in the SDK on the  QPG6200L DevKit</a:t>
            </a:r>
            <a:endParaRPr/>
          </a:p>
        </p:txBody>
      </p:sp>
      <p:sp>
        <p:nvSpPr>
          <p:cNvPr id="154" name="Google Shape;154;g38dc87f27f1_0_1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Upcoming Goals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dc87f27f1_0_5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160" name="Google Shape;160;g38dc87f27f1_0_5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User Interface Hosting: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Is local hosting of the UI acceptable or should it be cloud based for multi-device access?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Gateway: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Any guidance on integrating Wi-Fi (IEEE 802.11) for gateway communication with ThingsBoard or a tablet?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SDK: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Are there recommended resources or documentation for using the Qorvo SDK more effectively?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dc87f27f1_4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Enclosure Template</a:t>
            </a:r>
            <a:endParaRPr/>
          </a:p>
        </p:txBody>
      </p:sp>
      <p:pic>
        <p:nvPicPr>
          <p:cNvPr id="166" name="Google Shape;166;g38dc87f27f1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1900" y="997813"/>
            <a:ext cx="5113876" cy="4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8dc87f27f1_4_0"/>
          <p:cNvSpPr txBox="1"/>
          <p:nvPr/>
        </p:nvSpPr>
        <p:spPr>
          <a:xfrm>
            <a:off x="1960250" y="1919650"/>
            <a:ext cx="41613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Antenna cutout?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dc87f27f1_4_7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PDR Presentation</a:t>
            </a:r>
            <a:endParaRPr sz="5000"/>
          </a:p>
        </p:txBody>
      </p:sp>
      <p:sp>
        <p:nvSpPr>
          <p:cNvPr id="173" name="Google Shape;173;g38dc87f27f1_4_7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November 7, 2025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9am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Room TBD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dc87f27f1_4_12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Next Week’s Meeting</a:t>
            </a:r>
            <a:endParaRPr sz="5000"/>
          </a:p>
        </p:txBody>
      </p:sp>
      <p:sp>
        <p:nvSpPr>
          <p:cNvPr id="179" name="Google Shape;179;g38dc87f27f1_4_12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10/24/2025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ISL Safety Lecture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2022-06-02T12:14:53Z</dcterms:created>
  <dc:creator>Meg S Harkins</dc:creator>
</cp:coreProperties>
</file>