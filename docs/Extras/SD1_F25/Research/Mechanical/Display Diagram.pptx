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NZMvp0HVOUttuwpQSuwWqii9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241417" y="5083278"/>
            <a:ext cx="7709165" cy="324357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241417" y="1995949"/>
            <a:ext cx="324464" cy="3087329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626118" y="1995948"/>
            <a:ext cx="324464" cy="3087329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565880" y="3886200"/>
            <a:ext cx="3530119" cy="1197077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095999" y="3886200"/>
            <a:ext cx="3530119" cy="1197077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565880" y="3561843"/>
            <a:ext cx="7060238" cy="324356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575713" y="3237487"/>
            <a:ext cx="304798" cy="32435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301654" y="3237486"/>
            <a:ext cx="304798" cy="32435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880512" y="3237484"/>
            <a:ext cx="6421143" cy="302128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565880" y="2902013"/>
            <a:ext cx="7060238" cy="324356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560964" y="1774722"/>
            <a:ext cx="7060238" cy="110506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628103" y="4395129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PCB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472516" y="4219075"/>
            <a:ext cx="10815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Cable Storage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557683" y="1965351"/>
            <a:ext cx="10717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 Display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284823" y="3215000"/>
            <a:ext cx="193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Tablet Storage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36910" y="3244334"/>
            <a:ext cx="1071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Dividers</a:t>
            </a:r>
            <a:endParaRPr/>
          </a:p>
        </p:txBody>
      </p:sp>
      <p:cxnSp>
        <p:nvCxnSpPr>
          <p:cNvPr id="100" name="Google Shape;100;p1"/>
          <p:cNvCxnSpPr>
            <a:stCxn id="99" idx="3"/>
          </p:cNvCxnSpPr>
          <p:nvPr/>
        </p:nvCxnSpPr>
        <p:spPr>
          <a:xfrm flipH="1" rot="10800000">
            <a:off x="1808627" y="3064200"/>
            <a:ext cx="1071900" cy="36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" name="Google Shape;101;p1"/>
          <p:cNvCxnSpPr>
            <a:stCxn id="99" idx="3"/>
          </p:cNvCxnSpPr>
          <p:nvPr/>
        </p:nvCxnSpPr>
        <p:spPr>
          <a:xfrm>
            <a:off x="1808627" y="3429000"/>
            <a:ext cx="993600" cy="29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2025-09-24T05:19:33Z</dcterms:created>
  <dc:creator>Ethan Hartman</dc:creator>
</cp:coreProperties>
</file>