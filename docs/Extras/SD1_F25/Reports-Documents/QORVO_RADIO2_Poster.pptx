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32918400" cx="43891200"/>
  <p:notesSz cx="32156400" cy="11125200"/>
  <p:embeddedFontLst>
    <p:embeddedFont>
      <p:font typeface="Proxima Nova"/>
      <p:regular r:id="rId7"/>
      <p:bold r:id="rId8"/>
      <p:italic r:id="rId9"/>
      <p:boldItalic r:id="rId10"/>
    </p:embeddedFont>
    <p:embeddedFont>
      <p:font typeface="Proxima Nova Semibold"/>
      <p:regular r:id="rId11"/>
      <p:bold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  <p:ext uri="GoogleSlidesCustomDataVersion2">
      <go:slidesCustomData xmlns:go="http://customooxmlschemas.google.com/" r:id="rId14" roundtripDataSignature="AMtx7mihjff1Y234D2HbWiPkf7Hg04q3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368" orient="horz"/>
        <p:guide pos="1382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roximaNov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roximaNova-regular.fntdata"/><Relationship Id="rId8" Type="http://schemas.openxmlformats.org/officeDocument/2006/relationships/font" Target="fonts/ProximaNova-bold.fntdata"/><Relationship Id="rId11" Type="http://schemas.openxmlformats.org/officeDocument/2006/relationships/font" Target="fonts/ProximaNovaSemibold-regular.fntdata"/><Relationship Id="rId10" Type="http://schemas.openxmlformats.org/officeDocument/2006/relationships/font" Target="fonts/ProximaNova-boldItalic.fntdata"/><Relationship Id="rId13" Type="http://schemas.openxmlformats.org/officeDocument/2006/relationships/font" Target="fonts/ProximaNovaSemibold-boldItalic.fntdata"/><Relationship Id="rId12" Type="http://schemas.openxmlformats.org/officeDocument/2006/relationships/font" Target="fonts/ProximaNovaSemibold-bold.fntdata"/><Relationship Id="rId14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5" y="2"/>
            <a:ext cx="13941887" cy="556641"/>
          </a:xfrm>
          <a:prstGeom prst="rect">
            <a:avLst/>
          </a:prstGeom>
          <a:noFill/>
          <a:ln>
            <a:noFill/>
          </a:ln>
        </p:spPr>
        <p:txBody>
          <a:bodyPr anchorCtr="0" anchor="t" bIns="123175" lIns="246375" spcFirstLastPara="1" rIns="246375" wrap="square" tIns="1231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18207078" y="2"/>
            <a:ext cx="13941887" cy="556641"/>
          </a:xfrm>
          <a:prstGeom prst="rect">
            <a:avLst/>
          </a:prstGeom>
          <a:noFill/>
          <a:ln>
            <a:noFill/>
          </a:ln>
        </p:spPr>
        <p:txBody>
          <a:bodyPr anchorCtr="0" anchor="t" bIns="123175" lIns="246375" spcFirstLastPara="1" rIns="246375" wrap="square" tIns="1231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309600" y="833438"/>
            <a:ext cx="5559425" cy="41703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3223087" y="5287131"/>
            <a:ext cx="25710232" cy="5004061"/>
          </a:xfrm>
          <a:prstGeom prst="rect">
            <a:avLst/>
          </a:prstGeom>
          <a:noFill/>
          <a:ln>
            <a:noFill/>
          </a:ln>
        </p:spPr>
        <p:txBody>
          <a:bodyPr anchorCtr="0" anchor="t" bIns="123175" lIns="246375" spcFirstLastPara="1" rIns="246375" wrap="square" tIns="1231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5" y="10566659"/>
            <a:ext cx="13941887" cy="556641"/>
          </a:xfrm>
          <a:prstGeom prst="rect">
            <a:avLst/>
          </a:prstGeom>
          <a:noFill/>
          <a:ln>
            <a:noFill/>
          </a:ln>
        </p:spPr>
        <p:txBody>
          <a:bodyPr anchorCtr="0" anchor="b" bIns="123175" lIns="246375" spcFirstLastPara="1" rIns="246375" wrap="square" tIns="1231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18207078" y="10566659"/>
            <a:ext cx="13941887" cy="556641"/>
          </a:xfrm>
          <a:prstGeom prst="rect">
            <a:avLst/>
          </a:prstGeom>
          <a:noFill/>
          <a:ln>
            <a:noFill/>
          </a:ln>
        </p:spPr>
        <p:txBody>
          <a:bodyPr anchorCtr="0" anchor="b" bIns="123175" lIns="246375" spcFirstLastPara="1" rIns="246375" wrap="square" tIns="1231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fld id="{00000000-1234-1234-1234-123412341234}" type="slidenum"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165da6e404_1_110:notes"/>
          <p:cNvSpPr/>
          <p:nvPr>
            <p:ph idx="2" type="sldImg"/>
          </p:nvPr>
        </p:nvSpPr>
        <p:spPr>
          <a:xfrm>
            <a:off x="13309600" y="833438"/>
            <a:ext cx="5559300" cy="417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6" name="Google Shape;86;g3165da6e404_1_110:notes"/>
          <p:cNvSpPr txBox="1"/>
          <p:nvPr>
            <p:ph idx="1" type="body"/>
          </p:nvPr>
        </p:nvSpPr>
        <p:spPr>
          <a:xfrm>
            <a:off x="3223087" y="5287131"/>
            <a:ext cx="25710300" cy="50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3175" lIns="246375" spcFirstLastPara="1" rIns="246375" wrap="square" tIns="1231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g3165da6e404_1_110:notes"/>
          <p:cNvSpPr txBox="1"/>
          <p:nvPr>
            <p:ph idx="12" type="sldNum"/>
          </p:nvPr>
        </p:nvSpPr>
        <p:spPr>
          <a:xfrm>
            <a:off x="18207078" y="10566659"/>
            <a:ext cx="139419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b" bIns="123175" lIns="246375" spcFirstLastPara="1" rIns="246375" wrap="square" tIns="1231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0" type="dt"/>
          </p:nvPr>
        </p:nvSpPr>
        <p:spPr>
          <a:xfrm>
            <a:off x="2186940" y="30007560"/>
            <a:ext cx="102565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14988540" y="30007560"/>
            <a:ext cx="139141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31447740" y="30007560"/>
            <a:ext cx="102565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ctrTitle"/>
          </p:nvPr>
        </p:nvSpPr>
        <p:spPr>
          <a:xfrm>
            <a:off x="3291840" y="10226040"/>
            <a:ext cx="37307520" cy="7056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365700" spcFirstLastPara="1" rIns="365700" wrap="square" tIns="18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6583680" y="18653760"/>
            <a:ext cx="30723840" cy="8412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lvl="0" algn="ctr">
              <a:lnSpc>
                <a:spcPct val="100000"/>
              </a:lnSpc>
              <a:spcBef>
                <a:spcPts val="3216"/>
              </a:spcBef>
              <a:spcAft>
                <a:spcPts val="0"/>
              </a:spcAft>
              <a:buClr>
                <a:schemeClr val="dk1"/>
              </a:buClr>
              <a:buSzPts val="16080"/>
              <a:buFont typeface="Arial"/>
              <a:buNone/>
              <a:defRPr/>
            </a:lvl1pPr>
            <a:lvl2pPr lvl="1" algn="ctr">
              <a:lnSpc>
                <a:spcPct val="100000"/>
              </a:lnSpc>
              <a:spcBef>
                <a:spcPts val="2664"/>
              </a:spcBef>
              <a:spcAft>
                <a:spcPts val="0"/>
              </a:spcAft>
              <a:buClr>
                <a:schemeClr val="dk1"/>
              </a:buClr>
              <a:buSzPts val="13320"/>
              <a:buFont typeface="Arial"/>
              <a:buNone/>
              <a:defRPr/>
            </a:lvl2pPr>
            <a:lvl3pPr lvl="2" algn="ctr">
              <a:lnSpc>
                <a:spcPct val="100000"/>
              </a:lnSpc>
              <a:spcBef>
                <a:spcPts val="2208"/>
              </a:spcBef>
              <a:spcAft>
                <a:spcPts val="0"/>
              </a:spcAft>
              <a:buClr>
                <a:schemeClr val="dk1"/>
              </a:buClr>
              <a:buSzPts val="11040"/>
              <a:buFont typeface="Arial"/>
              <a:buNone/>
              <a:defRPr/>
            </a:lvl3pPr>
            <a:lvl4pPr lvl="3" algn="ctr">
              <a:lnSpc>
                <a:spcPct val="100000"/>
              </a:lnSpc>
              <a:spcBef>
                <a:spcPts val="1824"/>
              </a:spcBef>
              <a:spcAft>
                <a:spcPts val="0"/>
              </a:spcAft>
              <a:buClr>
                <a:schemeClr val="dk1"/>
              </a:buClr>
              <a:buSzPts val="9120"/>
              <a:buFont typeface="Arial"/>
              <a:buNone/>
              <a:defRPr/>
            </a:lvl4pPr>
            <a:lvl5pPr lvl="4" algn="ctr">
              <a:lnSpc>
                <a:spcPct val="100000"/>
              </a:lnSpc>
              <a:spcBef>
                <a:spcPts val="1824"/>
              </a:spcBef>
              <a:spcAft>
                <a:spcPts val="0"/>
              </a:spcAft>
              <a:buClr>
                <a:schemeClr val="dk1"/>
              </a:buClr>
              <a:buSzPts val="9120"/>
              <a:buFont typeface="Arial"/>
              <a:buNone/>
              <a:defRPr/>
            </a:lvl5pPr>
            <a:lvl6pPr lvl="5" algn="ctr">
              <a:lnSpc>
                <a:spcPct val="100000"/>
              </a:lnSpc>
              <a:spcBef>
                <a:spcPts val="1824"/>
              </a:spcBef>
              <a:spcAft>
                <a:spcPts val="0"/>
              </a:spcAft>
              <a:buClr>
                <a:schemeClr val="dk1"/>
              </a:buClr>
              <a:buSzPts val="9120"/>
              <a:buFont typeface="Arial"/>
              <a:buNone/>
              <a:defRPr/>
            </a:lvl6pPr>
            <a:lvl7pPr lvl="6" algn="ctr">
              <a:lnSpc>
                <a:spcPct val="100000"/>
              </a:lnSpc>
              <a:spcBef>
                <a:spcPts val="1824"/>
              </a:spcBef>
              <a:spcAft>
                <a:spcPts val="0"/>
              </a:spcAft>
              <a:buClr>
                <a:schemeClr val="dk1"/>
              </a:buClr>
              <a:buSzPts val="9120"/>
              <a:buFont typeface="Arial"/>
              <a:buNone/>
              <a:defRPr/>
            </a:lvl7pPr>
            <a:lvl8pPr lvl="7" algn="ctr">
              <a:lnSpc>
                <a:spcPct val="100000"/>
              </a:lnSpc>
              <a:spcBef>
                <a:spcPts val="1824"/>
              </a:spcBef>
              <a:spcAft>
                <a:spcPts val="0"/>
              </a:spcAft>
              <a:buClr>
                <a:schemeClr val="dk1"/>
              </a:buClr>
              <a:buSzPts val="9120"/>
              <a:buFont typeface="Arial"/>
              <a:buNone/>
              <a:defRPr/>
            </a:lvl8pPr>
            <a:lvl9pPr lvl="8" algn="ctr">
              <a:lnSpc>
                <a:spcPct val="100000"/>
              </a:lnSpc>
              <a:spcBef>
                <a:spcPts val="1824"/>
              </a:spcBef>
              <a:spcAft>
                <a:spcPts val="0"/>
              </a:spcAft>
              <a:buClr>
                <a:schemeClr val="dk1"/>
              </a:buClr>
              <a:buSzPts val="9120"/>
              <a:buFont typeface="Arial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2186940" y="30007560"/>
            <a:ext cx="102565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14988540" y="30007560"/>
            <a:ext cx="139141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31447740" y="30007560"/>
            <a:ext cx="102565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2186940" y="1318260"/>
            <a:ext cx="3951732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365700" spcFirstLastPara="1" rIns="365700" wrap="square" tIns="18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2186940" y="7658100"/>
            <a:ext cx="39517320" cy="21777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0" type="dt"/>
          </p:nvPr>
        </p:nvSpPr>
        <p:spPr>
          <a:xfrm>
            <a:off x="2186940" y="30007560"/>
            <a:ext cx="102565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1" type="ftr"/>
          </p:nvPr>
        </p:nvSpPr>
        <p:spPr>
          <a:xfrm>
            <a:off x="14988540" y="30007560"/>
            <a:ext cx="139141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31447740" y="30007560"/>
            <a:ext cx="102565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467100" y="21153120"/>
            <a:ext cx="37307520" cy="6537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8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3467100" y="13952220"/>
            <a:ext cx="37307520" cy="72009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365700" spcFirstLastPara="1" rIns="365700" wrap="square" tIns="1828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None/>
              <a:defRPr sz="2160"/>
            </a:lvl2pPr>
            <a:lvl3pPr indent="-228600" lvl="2" marL="137160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None/>
              <a:defRPr sz="1920"/>
            </a:lvl3pPr>
            <a:lvl4pPr indent="-228600" lvl="3" marL="18288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Font typeface="Arial"/>
              <a:buNone/>
              <a:defRPr sz="1679"/>
            </a:lvl4pPr>
            <a:lvl5pPr indent="-228600" lvl="4" marL="22860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Font typeface="Arial"/>
              <a:buNone/>
              <a:defRPr sz="1679"/>
            </a:lvl5pPr>
            <a:lvl6pPr indent="-228600" lvl="5" marL="2743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Font typeface="Arial"/>
              <a:buNone/>
              <a:defRPr sz="1679"/>
            </a:lvl6pPr>
            <a:lvl7pPr indent="-228600" lvl="6" marL="32004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Font typeface="Arial"/>
              <a:buNone/>
              <a:defRPr sz="1679"/>
            </a:lvl7pPr>
            <a:lvl8pPr indent="-228600" lvl="7" marL="36576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Font typeface="Arial"/>
              <a:buNone/>
              <a:defRPr sz="1679"/>
            </a:lvl8pPr>
            <a:lvl9pPr indent="-228600" lvl="8" marL="41148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Font typeface="Arial"/>
              <a:buNone/>
              <a:defRPr sz="1679"/>
            </a:lvl9pPr>
          </a:lstStyle>
          <a:p/>
        </p:txBody>
      </p:sp>
      <p:sp>
        <p:nvSpPr>
          <p:cNvPr id="34" name="Google Shape;34;p6"/>
          <p:cNvSpPr txBox="1"/>
          <p:nvPr>
            <p:ph idx="10" type="dt"/>
          </p:nvPr>
        </p:nvSpPr>
        <p:spPr>
          <a:xfrm>
            <a:off x="2186940" y="30007560"/>
            <a:ext cx="102565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1" type="ftr"/>
          </p:nvPr>
        </p:nvSpPr>
        <p:spPr>
          <a:xfrm>
            <a:off x="14988540" y="30007560"/>
            <a:ext cx="139141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31447740" y="30007560"/>
            <a:ext cx="102565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2186940" y="1318260"/>
            <a:ext cx="3951732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365700" spcFirstLastPara="1" rIns="365700" wrap="square" tIns="18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2186940" y="7658100"/>
            <a:ext cx="19667220" cy="21777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indent="-441960" lvl="0" marL="45720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Font typeface="Arial"/>
              <a:buChar char="•"/>
              <a:defRPr sz="3359"/>
            </a:lvl1pPr>
            <a:lvl2pPr indent="-411480" lvl="1" marL="914400" algn="l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dk1"/>
              </a:buClr>
              <a:buSzPts val="2880"/>
              <a:buFont typeface="Arial"/>
              <a:buChar char="–"/>
              <a:defRPr sz="288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65760" lvl="3" marL="18288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–"/>
              <a:defRPr sz="2160"/>
            </a:lvl4pPr>
            <a:lvl5pPr indent="-365760" lvl="4" marL="22860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»"/>
              <a:defRPr sz="2160"/>
            </a:lvl5pPr>
            <a:lvl6pPr indent="-365760" lvl="5" marL="27432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»"/>
              <a:defRPr sz="2160"/>
            </a:lvl6pPr>
            <a:lvl7pPr indent="-365760" lvl="6" marL="32004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»"/>
              <a:defRPr sz="2160"/>
            </a:lvl7pPr>
            <a:lvl8pPr indent="-365759" lvl="7" marL="3657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»"/>
              <a:defRPr sz="2160"/>
            </a:lvl8pPr>
            <a:lvl9pPr indent="-365759" lvl="8" marL="41148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»"/>
              <a:defRPr sz="2160"/>
            </a:lvl9pPr>
          </a:lstStyle>
          <a:p/>
        </p:txBody>
      </p:sp>
      <p:sp>
        <p:nvSpPr>
          <p:cNvPr id="40" name="Google Shape;40;p7"/>
          <p:cNvSpPr txBox="1"/>
          <p:nvPr>
            <p:ph idx="2" type="body"/>
          </p:nvPr>
        </p:nvSpPr>
        <p:spPr>
          <a:xfrm>
            <a:off x="22037040" y="7658100"/>
            <a:ext cx="19667220" cy="21777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indent="-441960" lvl="0" marL="45720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Font typeface="Arial"/>
              <a:buChar char="•"/>
              <a:defRPr sz="3359"/>
            </a:lvl1pPr>
            <a:lvl2pPr indent="-411480" lvl="1" marL="914400" algn="l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dk1"/>
              </a:buClr>
              <a:buSzPts val="2880"/>
              <a:buFont typeface="Arial"/>
              <a:buChar char="–"/>
              <a:defRPr sz="288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65760" lvl="3" marL="18288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–"/>
              <a:defRPr sz="2160"/>
            </a:lvl4pPr>
            <a:lvl5pPr indent="-365760" lvl="4" marL="22860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»"/>
              <a:defRPr sz="2160"/>
            </a:lvl5pPr>
            <a:lvl6pPr indent="-365760" lvl="5" marL="27432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»"/>
              <a:defRPr sz="2160"/>
            </a:lvl6pPr>
            <a:lvl7pPr indent="-365760" lvl="6" marL="32004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»"/>
              <a:defRPr sz="2160"/>
            </a:lvl7pPr>
            <a:lvl8pPr indent="-365759" lvl="7" marL="3657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»"/>
              <a:defRPr sz="2160"/>
            </a:lvl8pPr>
            <a:lvl9pPr indent="-365759" lvl="8" marL="41148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»"/>
              <a:defRPr sz="2160"/>
            </a:lvl9pPr>
          </a:lstStyle>
          <a:p/>
        </p:txBody>
      </p:sp>
      <p:sp>
        <p:nvSpPr>
          <p:cNvPr id="41" name="Google Shape;41;p7"/>
          <p:cNvSpPr txBox="1"/>
          <p:nvPr>
            <p:ph idx="10" type="dt"/>
          </p:nvPr>
        </p:nvSpPr>
        <p:spPr>
          <a:xfrm>
            <a:off x="2186940" y="30007560"/>
            <a:ext cx="102565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1" type="ftr"/>
          </p:nvPr>
        </p:nvSpPr>
        <p:spPr>
          <a:xfrm>
            <a:off x="14988540" y="30007560"/>
            <a:ext cx="139141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31447740" y="30007560"/>
            <a:ext cx="102565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2194560" y="1318260"/>
            <a:ext cx="3950208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365700" spcFirstLastPara="1" rIns="365700" wrap="square" tIns="18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2194560" y="7368540"/>
            <a:ext cx="19392900" cy="307086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365700" spcFirstLastPara="1" rIns="365700" wrap="square" tIns="1828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dk1"/>
              </a:buClr>
              <a:buSzPts val="2880"/>
              <a:buFont typeface="Arial"/>
              <a:buNone/>
              <a:defRPr b="1" sz="2880"/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2pPr>
            <a:lvl3pPr indent="-228600" lvl="2" marL="1371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None/>
              <a:defRPr b="1" sz="2160"/>
            </a:lvl3pPr>
            <a:lvl4pPr indent="-228600" lvl="3" marL="182880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None/>
              <a:defRPr b="1" sz="1920"/>
            </a:lvl4pPr>
            <a:lvl5pPr indent="-228600" lvl="4" marL="228600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None/>
              <a:defRPr b="1" sz="1920"/>
            </a:lvl5pPr>
            <a:lvl6pPr indent="-228600" lvl="5" marL="274320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None/>
              <a:defRPr b="1" sz="1920"/>
            </a:lvl6pPr>
            <a:lvl7pPr indent="-228600" lvl="6" marL="320040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None/>
              <a:defRPr b="1" sz="1920"/>
            </a:lvl7pPr>
            <a:lvl8pPr indent="-228600" lvl="7" marL="365760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None/>
              <a:defRPr b="1" sz="1920"/>
            </a:lvl8pPr>
            <a:lvl9pPr indent="-228600" lvl="8" marL="411480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None/>
              <a:defRPr b="1" sz="1920"/>
            </a:lvl9pPr>
          </a:lstStyle>
          <a:p/>
        </p:txBody>
      </p:sp>
      <p:sp>
        <p:nvSpPr>
          <p:cNvPr id="47" name="Google Shape;47;p8"/>
          <p:cNvSpPr txBox="1"/>
          <p:nvPr>
            <p:ph idx="2" type="body"/>
          </p:nvPr>
        </p:nvSpPr>
        <p:spPr>
          <a:xfrm>
            <a:off x="2194560" y="10439400"/>
            <a:ext cx="19392900" cy="189661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indent="-411480" lvl="0" marL="457200" algn="l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dk1"/>
              </a:buClr>
              <a:buSzPts val="2880"/>
              <a:buFont typeface="Arial"/>
              <a:buChar char="•"/>
              <a:defRPr sz="288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65760" lvl="2" marL="1371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/>
            </a:lvl3pPr>
            <a:lvl4pPr indent="-350519" lvl="3" marL="182880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–"/>
              <a:defRPr sz="1920"/>
            </a:lvl4pPr>
            <a:lvl5pPr indent="-350520" lvl="4" marL="228600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»"/>
              <a:defRPr sz="1920"/>
            </a:lvl5pPr>
            <a:lvl6pPr indent="-350520" lvl="5" marL="274320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»"/>
              <a:defRPr sz="1920"/>
            </a:lvl6pPr>
            <a:lvl7pPr indent="-350520" lvl="6" marL="320040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»"/>
              <a:defRPr sz="1920"/>
            </a:lvl7pPr>
            <a:lvl8pPr indent="-350520" lvl="7" marL="365760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»"/>
              <a:defRPr sz="1920"/>
            </a:lvl8pPr>
            <a:lvl9pPr indent="-350520" lvl="8" marL="411480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»"/>
              <a:defRPr sz="1920"/>
            </a:lvl9pPr>
          </a:lstStyle>
          <a:p/>
        </p:txBody>
      </p:sp>
      <p:sp>
        <p:nvSpPr>
          <p:cNvPr id="48" name="Google Shape;48;p8"/>
          <p:cNvSpPr txBox="1"/>
          <p:nvPr>
            <p:ph idx="3" type="body"/>
          </p:nvPr>
        </p:nvSpPr>
        <p:spPr>
          <a:xfrm>
            <a:off x="22296120" y="7368540"/>
            <a:ext cx="19400520" cy="307086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365700" spcFirstLastPara="1" rIns="365700" wrap="square" tIns="1828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dk1"/>
              </a:buClr>
              <a:buSzPts val="2880"/>
              <a:buFont typeface="Arial"/>
              <a:buNone/>
              <a:defRPr b="1" sz="2880"/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2pPr>
            <a:lvl3pPr indent="-228600" lvl="2" marL="1371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None/>
              <a:defRPr b="1" sz="2160"/>
            </a:lvl3pPr>
            <a:lvl4pPr indent="-228600" lvl="3" marL="182880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None/>
              <a:defRPr b="1" sz="1920"/>
            </a:lvl4pPr>
            <a:lvl5pPr indent="-228600" lvl="4" marL="228600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None/>
              <a:defRPr b="1" sz="1920"/>
            </a:lvl5pPr>
            <a:lvl6pPr indent="-228600" lvl="5" marL="274320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None/>
              <a:defRPr b="1" sz="1920"/>
            </a:lvl6pPr>
            <a:lvl7pPr indent="-228600" lvl="6" marL="320040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None/>
              <a:defRPr b="1" sz="1920"/>
            </a:lvl7pPr>
            <a:lvl8pPr indent="-228600" lvl="7" marL="365760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None/>
              <a:defRPr b="1" sz="1920"/>
            </a:lvl8pPr>
            <a:lvl9pPr indent="-228600" lvl="8" marL="411480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None/>
              <a:defRPr b="1" sz="1920"/>
            </a:lvl9pPr>
          </a:lstStyle>
          <a:p/>
        </p:txBody>
      </p:sp>
      <p:sp>
        <p:nvSpPr>
          <p:cNvPr id="49" name="Google Shape;49;p8"/>
          <p:cNvSpPr txBox="1"/>
          <p:nvPr>
            <p:ph idx="4" type="body"/>
          </p:nvPr>
        </p:nvSpPr>
        <p:spPr>
          <a:xfrm>
            <a:off x="22296120" y="10439400"/>
            <a:ext cx="19400520" cy="189661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indent="-411480" lvl="0" marL="457200" algn="l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dk1"/>
              </a:buClr>
              <a:buSzPts val="2880"/>
              <a:buFont typeface="Arial"/>
              <a:buChar char="•"/>
              <a:defRPr sz="288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65760" lvl="2" marL="1371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/>
            </a:lvl3pPr>
            <a:lvl4pPr indent="-350519" lvl="3" marL="182880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–"/>
              <a:defRPr sz="1920"/>
            </a:lvl4pPr>
            <a:lvl5pPr indent="-350520" lvl="4" marL="228600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»"/>
              <a:defRPr sz="1920"/>
            </a:lvl5pPr>
            <a:lvl6pPr indent="-350520" lvl="5" marL="274320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»"/>
              <a:defRPr sz="1920"/>
            </a:lvl6pPr>
            <a:lvl7pPr indent="-350520" lvl="6" marL="320040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»"/>
              <a:defRPr sz="1920"/>
            </a:lvl7pPr>
            <a:lvl8pPr indent="-350520" lvl="7" marL="365760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»"/>
              <a:defRPr sz="1920"/>
            </a:lvl8pPr>
            <a:lvl9pPr indent="-350520" lvl="8" marL="411480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»"/>
              <a:defRPr sz="1920"/>
            </a:lvl9pPr>
          </a:lstStyle>
          <a:p/>
        </p:txBody>
      </p:sp>
      <p:sp>
        <p:nvSpPr>
          <p:cNvPr id="50" name="Google Shape;50;p8"/>
          <p:cNvSpPr txBox="1"/>
          <p:nvPr>
            <p:ph idx="10" type="dt"/>
          </p:nvPr>
        </p:nvSpPr>
        <p:spPr>
          <a:xfrm>
            <a:off x="2186940" y="30007560"/>
            <a:ext cx="102565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1" type="ftr"/>
          </p:nvPr>
        </p:nvSpPr>
        <p:spPr>
          <a:xfrm>
            <a:off x="14988540" y="30007560"/>
            <a:ext cx="139141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2" type="sldNum"/>
          </p:nvPr>
        </p:nvSpPr>
        <p:spPr>
          <a:xfrm>
            <a:off x="31447740" y="30007560"/>
            <a:ext cx="102565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/>
          <p:nvPr>
            <p:ph type="title"/>
          </p:nvPr>
        </p:nvSpPr>
        <p:spPr>
          <a:xfrm>
            <a:off x="2186940" y="1318260"/>
            <a:ext cx="3951732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365700" spcFirstLastPara="1" rIns="365700" wrap="square" tIns="18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10" type="dt"/>
          </p:nvPr>
        </p:nvSpPr>
        <p:spPr>
          <a:xfrm>
            <a:off x="2186940" y="30007560"/>
            <a:ext cx="102565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14988540" y="30007560"/>
            <a:ext cx="139141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31447740" y="30007560"/>
            <a:ext cx="102565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2194560" y="1310640"/>
            <a:ext cx="14439900" cy="557784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365700" spcFirstLastPara="1" rIns="365700" wrap="square" tIns="18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17160240" y="1310640"/>
            <a:ext cx="24536400" cy="280949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indent="-472440" lvl="0" marL="457200" algn="l">
              <a:lnSpc>
                <a:spcPct val="100000"/>
              </a:lnSpc>
              <a:spcBef>
                <a:spcPts val="768"/>
              </a:spcBef>
              <a:spcAft>
                <a:spcPts val="0"/>
              </a:spcAft>
              <a:buClr>
                <a:schemeClr val="dk1"/>
              </a:buClr>
              <a:buSzPts val="3840"/>
              <a:buFont typeface="Arial"/>
              <a:buChar char="•"/>
              <a:defRPr sz="3840"/>
            </a:lvl1pPr>
            <a:lvl2pPr indent="-441960" lvl="1" marL="91440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Font typeface="Arial"/>
              <a:buChar char="–"/>
              <a:defRPr sz="3359"/>
            </a:lvl2pPr>
            <a:lvl3pPr indent="-411480" lvl="2" marL="1371600" algn="l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dk1"/>
              </a:buClr>
              <a:buSzPts val="2880"/>
              <a:buFont typeface="Arial"/>
              <a:buChar char="•"/>
              <a:defRPr sz="2880"/>
            </a:lvl3pPr>
            <a:lvl4pPr indent="-381000" lvl="3" marL="1828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4pPr>
            <a:lvl5pPr indent="-381000" lvl="4" marL="2286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5pPr>
            <a:lvl6pPr indent="-381000" lvl="5" marL="2743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6pPr>
            <a:lvl7pPr indent="-381000" lvl="6" marL="3200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7pPr>
            <a:lvl8pPr indent="-381000" lvl="7" marL="3657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8pPr>
            <a:lvl9pPr indent="-381000" lvl="8" marL="4114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2194560" y="6888480"/>
            <a:ext cx="14439900" cy="225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Font typeface="Arial"/>
              <a:buNone/>
              <a:defRPr sz="1679"/>
            </a:lvl1pPr>
            <a:lvl2pPr indent="-228600" lvl="1" marL="9144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Font typeface="Arial"/>
              <a:buNone/>
              <a:defRPr sz="144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Font typeface="Arial"/>
              <a:buNone/>
              <a:defRPr sz="1080"/>
            </a:lvl4pPr>
            <a:lvl5pPr indent="-228600" lvl="4" marL="228600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Font typeface="Arial"/>
              <a:buNone/>
              <a:defRPr sz="1080"/>
            </a:lvl5pPr>
            <a:lvl6pPr indent="-228600" lvl="5" marL="274320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Font typeface="Arial"/>
              <a:buNone/>
              <a:defRPr sz="1080"/>
            </a:lvl6pPr>
            <a:lvl7pPr indent="-228600" lvl="6" marL="320040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Font typeface="Arial"/>
              <a:buNone/>
              <a:defRPr sz="1080"/>
            </a:lvl7pPr>
            <a:lvl8pPr indent="-228600" lvl="7" marL="365760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Font typeface="Arial"/>
              <a:buNone/>
              <a:defRPr sz="1080"/>
            </a:lvl8pPr>
            <a:lvl9pPr indent="-228600" lvl="8" marL="411480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Font typeface="Arial"/>
              <a:buNone/>
              <a:defRPr sz="108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2186940" y="30007560"/>
            <a:ext cx="102565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14988540" y="30007560"/>
            <a:ext cx="139141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31447740" y="30007560"/>
            <a:ext cx="102565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8602980" y="23042880"/>
            <a:ext cx="26334720" cy="272034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365700" spcFirstLastPara="1" rIns="365700" wrap="square" tIns="18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8602980" y="2941320"/>
            <a:ext cx="26334720" cy="1975104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8602980" y="25763220"/>
            <a:ext cx="26334720" cy="38633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Font typeface="Arial"/>
              <a:buNone/>
              <a:defRPr sz="1679"/>
            </a:lvl1pPr>
            <a:lvl2pPr indent="-228600" lvl="1" marL="9144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Font typeface="Arial"/>
              <a:buNone/>
              <a:defRPr sz="144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Font typeface="Arial"/>
              <a:buNone/>
              <a:defRPr sz="1080"/>
            </a:lvl4pPr>
            <a:lvl5pPr indent="-228600" lvl="4" marL="228600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Font typeface="Arial"/>
              <a:buNone/>
              <a:defRPr sz="1080"/>
            </a:lvl5pPr>
            <a:lvl6pPr indent="-228600" lvl="5" marL="274320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Font typeface="Arial"/>
              <a:buNone/>
              <a:defRPr sz="1080"/>
            </a:lvl6pPr>
            <a:lvl7pPr indent="-228600" lvl="6" marL="320040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Font typeface="Arial"/>
              <a:buNone/>
              <a:defRPr sz="1080"/>
            </a:lvl7pPr>
            <a:lvl8pPr indent="-228600" lvl="7" marL="365760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Font typeface="Arial"/>
              <a:buNone/>
              <a:defRPr sz="1080"/>
            </a:lvl8pPr>
            <a:lvl9pPr indent="-228600" lvl="8" marL="411480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Font typeface="Arial"/>
              <a:buNone/>
              <a:defRPr sz="108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2186940" y="30007560"/>
            <a:ext cx="102565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14988540" y="30007560"/>
            <a:ext cx="139141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31447740" y="30007560"/>
            <a:ext cx="102565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2186940" y="1318260"/>
            <a:ext cx="3951732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365700" spcFirstLastPara="1" rIns="365700" wrap="square" tIns="18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11056620" y="-1211580"/>
            <a:ext cx="21777960" cy="395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2186940" y="30007560"/>
            <a:ext cx="102565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14988540" y="30007560"/>
            <a:ext cx="139141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31447740" y="30007560"/>
            <a:ext cx="102565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22705696" y="10437495"/>
            <a:ext cx="28117800" cy="9879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365700" spcFirstLastPara="1" rIns="365700" wrap="square" tIns="18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2855596" y="649605"/>
            <a:ext cx="28117800" cy="2945511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2186940" y="30007560"/>
            <a:ext cx="102565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14988540" y="30007560"/>
            <a:ext cx="139141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31447740" y="30007560"/>
            <a:ext cx="102565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2186940" y="1318260"/>
            <a:ext cx="3951732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365700" spcFirstLastPara="1" rIns="365700" wrap="square" tIns="18285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48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48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48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48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48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48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48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48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48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2186940" y="7658100"/>
            <a:ext cx="39517320" cy="21777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indent="-1249680" lvl="0" marL="457200" marR="0" rtl="0" algn="l">
              <a:lnSpc>
                <a:spcPct val="100000"/>
              </a:lnSpc>
              <a:spcBef>
                <a:spcPts val="3216"/>
              </a:spcBef>
              <a:spcAft>
                <a:spcPts val="0"/>
              </a:spcAft>
              <a:buClr>
                <a:schemeClr val="dk1"/>
              </a:buClr>
              <a:buSzPts val="16080"/>
              <a:buFont typeface="Arial"/>
              <a:buChar char="•"/>
              <a:defRPr b="0" i="0" sz="160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074420" lvl="1" marL="914400" marR="0" rtl="0" algn="l">
              <a:lnSpc>
                <a:spcPct val="100000"/>
              </a:lnSpc>
              <a:spcBef>
                <a:spcPts val="2664"/>
              </a:spcBef>
              <a:spcAft>
                <a:spcPts val="0"/>
              </a:spcAft>
              <a:buClr>
                <a:schemeClr val="dk1"/>
              </a:buClr>
              <a:buSzPts val="13320"/>
              <a:buFont typeface="Arial"/>
              <a:buChar char="–"/>
              <a:defRPr b="0" i="0" sz="1332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929639" lvl="2" marL="1371600" marR="0" rtl="0" algn="l">
              <a:lnSpc>
                <a:spcPct val="100000"/>
              </a:lnSpc>
              <a:spcBef>
                <a:spcPts val="2208"/>
              </a:spcBef>
              <a:spcAft>
                <a:spcPts val="0"/>
              </a:spcAft>
              <a:buClr>
                <a:schemeClr val="dk1"/>
              </a:buClr>
              <a:buSzPts val="11040"/>
              <a:buFont typeface="Arial"/>
              <a:buChar char="•"/>
              <a:defRPr b="0" i="0" sz="1104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07720" lvl="3" marL="1828800" marR="0" rtl="0" algn="l">
              <a:lnSpc>
                <a:spcPct val="100000"/>
              </a:lnSpc>
              <a:spcBef>
                <a:spcPts val="1824"/>
              </a:spcBef>
              <a:spcAft>
                <a:spcPts val="0"/>
              </a:spcAft>
              <a:buClr>
                <a:schemeClr val="dk1"/>
              </a:buClr>
              <a:buSzPts val="9120"/>
              <a:buFont typeface="Arial"/>
              <a:buChar char="–"/>
              <a:defRPr b="0" i="0" sz="912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07720" lvl="4" marL="2286000" marR="0" rtl="0" algn="l">
              <a:lnSpc>
                <a:spcPct val="100000"/>
              </a:lnSpc>
              <a:spcBef>
                <a:spcPts val="1824"/>
              </a:spcBef>
              <a:spcAft>
                <a:spcPts val="0"/>
              </a:spcAft>
              <a:buClr>
                <a:schemeClr val="dk1"/>
              </a:buClr>
              <a:buSzPts val="9120"/>
              <a:buFont typeface="Arial"/>
              <a:buChar char="»"/>
              <a:defRPr b="0" i="0" sz="912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07720" lvl="5" marL="2743200" marR="0" rtl="0" algn="l">
              <a:lnSpc>
                <a:spcPct val="100000"/>
              </a:lnSpc>
              <a:spcBef>
                <a:spcPts val="1824"/>
              </a:spcBef>
              <a:spcAft>
                <a:spcPts val="0"/>
              </a:spcAft>
              <a:buClr>
                <a:schemeClr val="dk1"/>
              </a:buClr>
              <a:buSzPts val="9120"/>
              <a:buFont typeface="Arial"/>
              <a:buChar char="»"/>
              <a:defRPr b="0" i="0" sz="912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07720" lvl="6" marL="3200400" marR="0" rtl="0" algn="l">
              <a:lnSpc>
                <a:spcPct val="100000"/>
              </a:lnSpc>
              <a:spcBef>
                <a:spcPts val="1824"/>
              </a:spcBef>
              <a:spcAft>
                <a:spcPts val="0"/>
              </a:spcAft>
              <a:buClr>
                <a:schemeClr val="dk1"/>
              </a:buClr>
              <a:buSzPts val="9120"/>
              <a:buFont typeface="Arial"/>
              <a:buChar char="»"/>
              <a:defRPr b="0" i="0" sz="912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07720" lvl="7" marL="3657600" marR="0" rtl="0" algn="l">
              <a:lnSpc>
                <a:spcPct val="100000"/>
              </a:lnSpc>
              <a:spcBef>
                <a:spcPts val="1824"/>
              </a:spcBef>
              <a:spcAft>
                <a:spcPts val="0"/>
              </a:spcAft>
              <a:buClr>
                <a:schemeClr val="dk1"/>
              </a:buClr>
              <a:buSzPts val="9120"/>
              <a:buFont typeface="Arial"/>
              <a:buChar char="»"/>
              <a:defRPr b="0" i="0" sz="912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07720" lvl="8" marL="4114800" marR="0" rtl="0" algn="l">
              <a:lnSpc>
                <a:spcPct val="100000"/>
              </a:lnSpc>
              <a:spcBef>
                <a:spcPts val="1824"/>
              </a:spcBef>
              <a:spcAft>
                <a:spcPts val="0"/>
              </a:spcAft>
              <a:buClr>
                <a:schemeClr val="dk1"/>
              </a:buClr>
              <a:buSzPts val="9120"/>
              <a:buFont typeface="Arial"/>
              <a:buChar char="»"/>
              <a:defRPr b="0" i="0" sz="912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2186940" y="30007560"/>
            <a:ext cx="102565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14988540" y="30007560"/>
            <a:ext cx="139141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2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31447740" y="30007560"/>
            <a:ext cx="102565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365700" spcFirstLastPara="1" rIns="365700" wrap="square" tIns="1828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60"/>
              <a:buFont typeface="Arial"/>
              <a:buNone/>
              <a:defRPr b="0" i="0" sz="63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7.png"/><Relationship Id="rId22" Type="http://schemas.openxmlformats.org/officeDocument/2006/relationships/image" Target="../media/image16.png"/><Relationship Id="rId21" Type="http://schemas.openxmlformats.org/officeDocument/2006/relationships/image" Target="../media/image10.png"/><Relationship Id="rId24" Type="http://schemas.openxmlformats.org/officeDocument/2006/relationships/image" Target="../media/image5.png"/><Relationship Id="rId23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lmatth23@charlotte.edu" TargetMode="External"/><Relationship Id="rId4" Type="http://schemas.openxmlformats.org/officeDocument/2006/relationships/hyperlink" Target="mailto:kle26@charlotte.edu" TargetMode="External"/><Relationship Id="rId9" Type="http://schemas.openxmlformats.org/officeDocument/2006/relationships/image" Target="../media/image9.png"/><Relationship Id="rId26" Type="http://schemas.openxmlformats.org/officeDocument/2006/relationships/image" Target="../media/image15.png"/><Relationship Id="rId25" Type="http://schemas.openxmlformats.org/officeDocument/2006/relationships/image" Target="../media/image8.png"/><Relationship Id="rId27" Type="http://schemas.openxmlformats.org/officeDocument/2006/relationships/image" Target="../media/image19.png"/><Relationship Id="rId5" Type="http://schemas.openxmlformats.org/officeDocument/2006/relationships/hyperlink" Target="mailto:abah2@charlotte.edu" TargetMode="External"/><Relationship Id="rId6" Type="http://schemas.openxmlformats.org/officeDocument/2006/relationships/hyperlink" Target="mailto:aherna86@charlotte.edu" TargetMode="External"/><Relationship Id="rId7" Type="http://schemas.openxmlformats.org/officeDocument/2006/relationships/hyperlink" Target="mailto:ehartma6@charlotte.edu" TargetMode="External"/><Relationship Id="rId8" Type="http://schemas.openxmlformats.org/officeDocument/2006/relationships/image" Target="../media/image1.png"/><Relationship Id="rId11" Type="http://schemas.openxmlformats.org/officeDocument/2006/relationships/image" Target="../media/image4.png"/><Relationship Id="rId10" Type="http://schemas.openxmlformats.org/officeDocument/2006/relationships/image" Target="../media/image3.png"/><Relationship Id="rId13" Type="http://schemas.openxmlformats.org/officeDocument/2006/relationships/image" Target="../media/image12.png"/><Relationship Id="rId12" Type="http://schemas.openxmlformats.org/officeDocument/2006/relationships/image" Target="../media/image20.png"/><Relationship Id="rId15" Type="http://schemas.openxmlformats.org/officeDocument/2006/relationships/image" Target="../media/image13.png"/><Relationship Id="rId14" Type="http://schemas.openxmlformats.org/officeDocument/2006/relationships/image" Target="../media/image2.png"/><Relationship Id="rId17" Type="http://schemas.openxmlformats.org/officeDocument/2006/relationships/image" Target="../media/image18.png"/><Relationship Id="rId16" Type="http://schemas.openxmlformats.org/officeDocument/2006/relationships/image" Target="../media/image6.png"/><Relationship Id="rId19" Type="http://schemas.openxmlformats.org/officeDocument/2006/relationships/image" Target="../media/image7.png"/><Relationship Id="rId18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165da6e404_1_110"/>
          <p:cNvSpPr/>
          <p:nvPr/>
        </p:nvSpPr>
        <p:spPr>
          <a:xfrm>
            <a:off x="-100" y="4710600"/>
            <a:ext cx="43891200" cy="28207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165da6e404_1_110"/>
          <p:cNvSpPr/>
          <p:nvPr/>
        </p:nvSpPr>
        <p:spPr>
          <a:xfrm flipH="1" rot="10800000">
            <a:off x="391675" y="5112588"/>
            <a:ext cx="43098300" cy="27626100"/>
          </a:xfrm>
          <a:prstGeom prst="corner">
            <a:avLst>
              <a:gd fmla="val 89490" name="adj1"/>
              <a:gd fmla="val 147395" name="adj2"/>
            </a:avLst>
          </a:prstGeom>
          <a:noFill/>
          <a:ln cap="flat" cmpd="sng" w="762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1" name="Google Shape;91;g3165da6e404_1_110"/>
          <p:cNvSpPr/>
          <p:nvPr/>
        </p:nvSpPr>
        <p:spPr>
          <a:xfrm>
            <a:off x="-100" y="0"/>
            <a:ext cx="43891200" cy="4710600"/>
          </a:xfrm>
          <a:prstGeom prst="rect">
            <a:avLst/>
          </a:prstGeom>
          <a:solidFill>
            <a:srgbClr val="B7B7B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165da6e404_1_110"/>
          <p:cNvSpPr txBox="1"/>
          <p:nvPr/>
        </p:nvSpPr>
        <p:spPr>
          <a:xfrm>
            <a:off x="9085550" y="631050"/>
            <a:ext cx="25719900" cy="14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QORVO_RADIO2</a:t>
            </a:r>
            <a:endParaRPr i="0" sz="80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3" name="Google Shape;93;g3165da6e404_1_110"/>
          <p:cNvSpPr txBox="1"/>
          <p:nvPr/>
        </p:nvSpPr>
        <p:spPr>
          <a:xfrm>
            <a:off x="-100" y="3130300"/>
            <a:ext cx="43891200" cy="13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Industry Supporters: </a:t>
            </a:r>
            <a:r>
              <a:rPr b="0" i="0" lang="en-US" sz="3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Jed Sander | David Kegley | Nathan Whitt |</a:t>
            </a:r>
            <a:r>
              <a:rPr lang="en-US" sz="3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Daisy Vazquez</a:t>
            </a:r>
            <a:r>
              <a:rPr b="0" i="0" lang="en-US" sz="3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b="1" i="0" lang="en-US" sz="3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|</a:t>
            </a:r>
            <a:r>
              <a:rPr b="0" i="0" lang="en-US" sz="3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b="1" i="0" lang="en-US" sz="3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Faculty Mentors: </a:t>
            </a:r>
            <a:r>
              <a:rPr lang="en-US" sz="3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Prof</a:t>
            </a:r>
            <a:r>
              <a:rPr b="0" i="0" lang="en-US" sz="3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. Nabila (Nan) Bou</a:t>
            </a:r>
            <a:r>
              <a:rPr lang="en-US" sz="3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</a:t>
            </a:r>
            <a:r>
              <a:rPr b="0" i="0" lang="en-US" sz="3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aba </a:t>
            </a:r>
            <a:r>
              <a:rPr lang="en-US" sz="3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| Dr. Fareena Saqib</a:t>
            </a:r>
            <a:endParaRPr sz="3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Team Members: </a:t>
            </a:r>
            <a:r>
              <a:rPr lang="en-US" sz="3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Luke Matthews [</a:t>
            </a:r>
            <a:r>
              <a:rPr lang="en-US" sz="34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3"/>
              </a:rPr>
              <a:t>lmatth23@charlotte.edu</a:t>
            </a:r>
            <a:r>
              <a:rPr lang="en-US" sz="3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] | Kenneth Le [</a:t>
            </a:r>
            <a:r>
              <a:rPr lang="en-US" sz="34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4"/>
              </a:rPr>
              <a:t>kle26@charlotte.edu</a:t>
            </a:r>
            <a:r>
              <a:rPr lang="en-US" sz="3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] | Abdul Bah [</a:t>
            </a:r>
            <a:r>
              <a:rPr lang="en-US" sz="34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5"/>
              </a:rPr>
              <a:t>abah2@charlotte.edu</a:t>
            </a:r>
            <a:r>
              <a:rPr lang="en-US" sz="3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] | Alberto Hernandez [</a:t>
            </a:r>
            <a:r>
              <a:rPr lang="en-US" sz="34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6"/>
              </a:rPr>
              <a:t>aherna86@charlotte.edu</a:t>
            </a:r>
            <a:r>
              <a:rPr lang="en-US" sz="3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] | Ethan Hartman [</a:t>
            </a:r>
            <a:r>
              <a:rPr lang="en-US" sz="34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7"/>
              </a:rPr>
              <a:t>ehartma6@charlotte.edu</a:t>
            </a:r>
            <a:r>
              <a:rPr lang="en-US" sz="3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] </a:t>
            </a:r>
            <a:endParaRPr b="0" i="0" sz="3400" u="none" cap="none" strike="noStrike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4" name="Google Shape;94;g3165da6e404_1_110"/>
          <p:cNvSpPr txBox="1"/>
          <p:nvPr/>
        </p:nvSpPr>
        <p:spPr>
          <a:xfrm>
            <a:off x="13375425" y="1939600"/>
            <a:ext cx="17145000" cy="11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Senior Design I - Fall 202</a:t>
            </a:r>
            <a:r>
              <a:rPr lang="en-US" sz="6000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5</a:t>
            </a:r>
            <a:endParaRPr b="0" i="0" sz="6000" u="none" cap="none" strike="noStrike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pic>
        <p:nvPicPr>
          <p:cNvPr id="95" name="Google Shape;95;g3165da6e404_1_110"/>
          <p:cNvPicPr preferRelativeResize="0"/>
          <p:nvPr/>
        </p:nvPicPr>
        <p:blipFill rotWithShape="1">
          <a:blip r:embed="rId8">
            <a:alphaModFix/>
          </a:blip>
          <a:srcRect b="27384" l="9823" r="8994" t="27380"/>
          <a:stretch/>
        </p:blipFill>
        <p:spPr>
          <a:xfrm>
            <a:off x="460875" y="1172025"/>
            <a:ext cx="8254400" cy="187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g3165da6e404_1_110"/>
          <p:cNvPicPr preferRelativeResize="0"/>
          <p:nvPr/>
        </p:nvPicPr>
        <p:blipFill rotWithShape="1">
          <a:blip r:embed="rId9">
            <a:alphaModFix/>
          </a:blip>
          <a:srcRect b="0" l="0" r="2600" t="0"/>
          <a:stretch/>
        </p:blipFill>
        <p:spPr>
          <a:xfrm>
            <a:off x="35354800" y="870263"/>
            <a:ext cx="8080177" cy="24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3165da6e404_1_110"/>
          <p:cNvSpPr txBox="1"/>
          <p:nvPr/>
        </p:nvSpPr>
        <p:spPr>
          <a:xfrm>
            <a:off x="677500" y="5443750"/>
            <a:ext cx="6967500" cy="42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sng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Objective</a:t>
            </a:r>
            <a:endParaRPr b="1" i="0" sz="5000" u="sng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546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roxima Nova"/>
              <a:buChar char="●"/>
            </a:pP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Design, develop, and replicate a device with multiple protocols and peripherals. </a:t>
            </a:r>
            <a:endParaRPr sz="5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546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roxima Nova"/>
              <a:buChar char="●"/>
            </a:pP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Can communicate through a mesh network to promote RF research at UNCC.</a:t>
            </a:r>
            <a:endParaRPr b="0" i="0" sz="50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8" name="Google Shape;98;g3165da6e404_1_110"/>
          <p:cNvSpPr txBox="1"/>
          <p:nvPr/>
        </p:nvSpPr>
        <p:spPr>
          <a:xfrm>
            <a:off x="577550" y="12630775"/>
            <a:ext cx="7117800" cy="9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 u="sng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Requirements</a:t>
            </a:r>
            <a:endParaRPr b="1" sz="5000" u="sng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546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roxima Nova"/>
              <a:buChar char="●"/>
            </a:pP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Two</a:t>
            </a: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or more unique Protocols</a:t>
            </a:r>
            <a:endParaRPr sz="5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546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roxima Nova"/>
              <a:buChar char="●"/>
            </a:pP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Three or more unique peripherals</a:t>
            </a:r>
            <a:endParaRPr sz="5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546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roxima Nova"/>
              <a:buChar char="●"/>
            </a:pP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2.4GHz - 2.5GHz ISM Band</a:t>
            </a:r>
            <a:endParaRPr sz="5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546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roxima Nova"/>
              <a:buChar char="●"/>
            </a:pP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3”x3”x3” enclosure</a:t>
            </a:r>
            <a:endParaRPr sz="5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546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roxima Nova"/>
              <a:buChar char="●"/>
            </a:pP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0.5 lbs</a:t>
            </a:r>
            <a:endParaRPr sz="5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546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roxima Nova"/>
              <a:buChar char="●"/>
            </a:pP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QPG6200L SoC</a:t>
            </a:r>
            <a:endParaRPr sz="5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546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roxima Nova"/>
              <a:buChar char="●"/>
            </a:pP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Battery life greater than week</a:t>
            </a:r>
            <a:endParaRPr sz="5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9" name="Google Shape;99;g3165da6e404_1_110"/>
          <p:cNvSpPr txBox="1"/>
          <p:nvPr/>
        </p:nvSpPr>
        <p:spPr>
          <a:xfrm>
            <a:off x="17601838" y="21888898"/>
            <a:ext cx="14693700" cy="10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 u="sng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IoT </a:t>
            </a:r>
            <a:r>
              <a:rPr b="1" i="0" lang="en-US" sz="5000" u="sng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Block Diagram</a:t>
            </a:r>
            <a:endParaRPr b="1" i="0" sz="35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0" name="Google Shape;100;g3165da6e404_1_110"/>
          <p:cNvSpPr txBox="1"/>
          <p:nvPr/>
        </p:nvSpPr>
        <p:spPr>
          <a:xfrm>
            <a:off x="32545300" y="16406050"/>
            <a:ext cx="10599300" cy="58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sng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Implementation Plan (SDII)</a:t>
            </a:r>
            <a:endParaRPr b="0" i="0" sz="5000" u="sng" cap="none" strike="noStrike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-546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roxima Nova"/>
              <a:buChar char="●"/>
            </a:pP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Remeasure </a:t>
            </a: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extrusions</a:t>
            </a: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and manufacture enclosure. (1/12/2026)</a:t>
            </a:r>
            <a:endParaRPr sz="5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546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roxima Nova"/>
              <a:buChar char="●"/>
            </a:pP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Assemble the initial replicated PCB to design specifications. (1/19/2026)</a:t>
            </a:r>
            <a:endParaRPr sz="5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546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roxima Nova"/>
              <a:buChar char="●"/>
            </a:pP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Program </a:t>
            </a: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initial</a:t>
            </a: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replicated remote devices. (1/26/2026)</a:t>
            </a:r>
            <a:endParaRPr sz="5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546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roxima Nova"/>
              <a:buChar char="●"/>
            </a:pP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Conduct rigorous testing to verify compliance with operational specifications. (3/1/2026)</a:t>
            </a:r>
            <a:endParaRPr sz="5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546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roxima Nova"/>
              <a:buChar char="●"/>
            </a:pP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Deliver fully functional </a:t>
            </a: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remote</a:t>
            </a: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devices that communicate </a:t>
            </a: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through mesh network. (4/24/2026)</a:t>
            </a:r>
            <a:endParaRPr sz="5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 u="sng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01" name="Google Shape;101;g3165da6e404_1_110"/>
          <p:cNvSpPr txBox="1"/>
          <p:nvPr/>
        </p:nvSpPr>
        <p:spPr>
          <a:xfrm>
            <a:off x="32534850" y="27656250"/>
            <a:ext cx="10670100" cy="3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sng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Future Usage (After SDII)</a:t>
            </a:r>
            <a:endParaRPr b="1" i="0" sz="5000" u="sng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Serve as an </a:t>
            </a: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interactive</a:t>
            </a: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educational tool to promote RF research </a:t>
            </a:r>
            <a:endParaRPr sz="5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at UNC Charlotte and Qorvo’s</a:t>
            </a:r>
            <a:endParaRPr sz="5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technological advancements.</a:t>
            </a:r>
            <a:endParaRPr sz="5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2" name="Google Shape;102;g3165da6e404_1_110"/>
          <p:cNvSpPr txBox="1"/>
          <p:nvPr/>
        </p:nvSpPr>
        <p:spPr>
          <a:xfrm>
            <a:off x="41431600" y="32089591"/>
            <a:ext cx="1773300" cy="6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GitHub </a:t>
            </a:r>
            <a:endParaRPr b="0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165da6e404_1_110"/>
          <p:cNvSpPr txBox="1"/>
          <p:nvPr/>
        </p:nvSpPr>
        <p:spPr>
          <a:xfrm>
            <a:off x="7842650" y="22038650"/>
            <a:ext cx="9513000" cy="101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000" u="sng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Budget</a:t>
            </a:r>
            <a:endParaRPr sz="5000" u="sng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-546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roxima Nova"/>
              <a:buChar char="●"/>
            </a:pP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$3,250 Total Budget</a:t>
            </a:r>
            <a:endParaRPr sz="5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546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roxima Nova"/>
              <a:buChar char="●"/>
            </a:pP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$1,891.24 Spent</a:t>
            </a:r>
            <a:endParaRPr sz="5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546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roxima Nova"/>
              <a:buChar char="●"/>
            </a:pP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$74.44 Per Device</a:t>
            </a:r>
            <a:endParaRPr sz="5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4" name="Google Shape;104;g3165da6e404_1_110"/>
          <p:cNvSpPr txBox="1"/>
          <p:nvPr/>
        </p:nvSpPr>
        <p:spPr>
          <a:xfrm>
            <a:off x="18194700" y="14421324"/>
            <a:ext cx="13874700" cy="71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sng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CAD Model</a:t>
            </a:r>
            <a:endParaRPr b="0" i="0" sz="5000" u="sng" cap="none" strike="noStrike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5" name="Google Shape;105;g3165da6e404_1_110"/>
          <p:cNvSpPr txBox="1"/>
          <p:nvPr/>
        </p:nvSpPr>
        <p:spPr>
          <a:xfrm>
            <a:off x="18098738" y="14185645"/>
            <a:ext cx="13349400" cy="25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Mechanical Enclosure Design</a:t>
            </a:r>
            <a:endParaRPr sz="5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06" name="Google Shape;106;g3165da6e404_1_110"/>
          <p:cNvCxnSpPr/>
          <p:nvPr/>
        </p:nvCxnSpPr>
        <p:spPr>
          <a:xfrm>
            <a:off x="7596450" y="5065325"/>
            <a:ext cx="66900" cy="27643500"/>
          </a:xfrm>
          <a:prstGeom prst="straightConnector1">
            <a:avLst/>
          </a:prstGeom>
          <a:noFill/>
          <a:ln cap="flat" cmpd="sng" w="762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g3165da6e404_1_110"/>
          <p:cNvCxnSpPr/>
          <p:nvPr/>
        </p:nvCxnSpPr>
        <p:spPr>
          <a:xfrm flipH="1">
            <a:off x="32285300" y="5088825"/>
            <a:ext cx="21000" cy="27590400"/>
          </a:xfrm>
          <a:prstGeom prst="straightConnector1">
            <a:avLst/>
          </a:prstGeom>
          <a:noFill/>
          <a:ln cap="flat" cmpd="sng" w="762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g3165da6e404_1_110"/>
          <p:cNvCxnSpPr/>
          <p:nvPr/>
        </p:nvCxnSpPr>
        <p:spPr>
          <a:xfrm flipH="1" rot="10800000">
            <a:off x="32262550" y="27761113"/>
            <a:ext cx="11164800" cy="3300"/>
          </a:xfrm>
          <a:prstGeom prst="straightConnector1">
            <a:avLst/>
          </a:prstGeom>
          <a:noFill/>
          <a:ln cap="flat" cmpd="sng" w="762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" name="Google Shape;109;g3165da6e404_1_110"/>
          <p:cNvCxnSpPr/>
          <p:nvPr/>
        </p:nvCxnSpPr>
        <p:spPr>
          <a:xfrm flipH="1" rot="10800000">
            <a:off x="32275400" y="16406050"/>
            <a:ext cx="11164800" cy="3300"/>
          </a:xfrm>
          <a:prstGeom prst="straightConnector1">
            <a:avLst/>
          </a:prstGeom>
          <a:noFill/>
          <a:ln cap="flat" cmpd="sng" w="762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g3165da6e404_1_110"/>
          <p:cNvCxnSpPr/>
          <p:nvPr/>
        </p:nvCxnSpPr>
        <p:spPr>
          <a:xfrm>
            <a:off x="430218" y="27717625"/>
            <a:ext cx="7207800" cy="22800"/>
          </a:xfrm>
          <a:prstGeom prst="straightConnector1">
            <a:avLst/>
          </a:prstGeom>
          <a:noFill/>
          <a:ln cap="flat" cmpd="sng" w="762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g3165da6e404_1_110"/>
          <p:cNvCxnSpPr/>
          <p:nvPr/>
        </p:nvCxnSpPr>
        <p:spPr>
          <a:xfrm flipH="1" rot="10800000">
            <a:off x="430218" y="12612163"/>
            <a:ext cx="7206900" cy="22500"/>
          </a:xfrm>
          <a:prstGeom prst="straightConnector1">
            <a:avLst/>
          </a:prstGeom>
          <a:noFill/>
          <a:ln cap="flat" cmpd="sng" w="762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" name="Google Shape;112;g3165da6e404_1_110"/>
          <p:cNvCxnSpPr/>
          <p:nvPr/>
        </p:nvCxnSpPr>
        <p:spPr>
          <a:xfrm flipH="1">
            <a:off x="17605750" y="5103750"/>
            <a:ext cx="96900" cy="23334300"/>
          </a:xfrm>
          <a:prstGeom prst="straightConnector1">
            <a:avLst/>
          </a:prstGeom>
          <a:noFill/>
          <a:ln cap="flat" cmpd="sng" w="762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" name="Google Shape;113;g3165da6e404_1_110"/>
          <p:cNvCxnSpPr/>
          <p:nvPr/>
        </p:nvCxnSpPr>
        <p:spPr>
          <a:xfrm flipH="1" rot="10800000">
            <a:off x="7633600" y="21957525"/>
            <a:ext cx="10019400" cy="18000"/>
          </a:xfrm>
          <a:prstGeom prst="straightConnector1">
            <a:avLst/>
          </a:prstGeom>
          <a:noFill/>
          <a:ln cap="flat" cmpd="sng" w="762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" name="Google Shape;114;g3165da6e404_1_110"/>
          <p:cNvCxnSpPr/>
          <p:nvPr/>
        </p:nvCxnSpPr>
        <p:spPr>
          <a:xfrm flipH="1" rot="10800000">
            <a:off x="17605750" y="21937464"/>
            <a:ext cx="14693700" cy="11100"/>
          </a:xfrm>
          <a:prstGeom prst="straightConnector1">
            <a:avLst/>
          </a:prstGeom>
          <a:noFill/>
          <a:ln cap="flat" cmpd="sng" w="762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g3165da6e404_1_110"/>
          <p:cNvCxnSpPr/>
          <p:nvPr/>
        </p:nvCxnSpPr>
        <p:spPr>
          <a:xfrm flipH="1" rot="10800000">
            <a:off x="17644925" y="14154700"/>
            <a:ext cx="14650500" cy="19200"/>
          </a:xfrm>
          <a:prstGeom prst="straightConnector1">
            <a:avLst/>
          </a:prstGeom>
          <a:noFill/>
          <a:ln cap="flat" cmpd="sng" w="762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g3165da6e404_1_110"/>
          <p:cNvCxnSpPr/>
          <p:nvPr/>
        </p:nvCxnSpPr>
        <p:spPr>
          <a:xfrm flipH="1">
            <a:off x="17598495" y="28252416"/>
            <a:ext cx="13500" cy="4464600"/>
          </a:xfrm>
          <a:prstGeom prst="straightConnector1">
            <a:avLst/>
          </a:prstGeom>
          <a:noFill/>
          <a:ln cap="flat" cmpd="sng" w="788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g3165da6e404_1_110"/>
          <p:cNvSpPr txBox="1"/>
          <p:nvPr/>
        </p:nvSpPr>
        <p:spPr>
          <a:xfrm>
            <a:off x="7844600" y="5443750"/>
            <a:ext cx="9513000" cy="10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sng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PCB</a:t>
            </a:r>
            <a:endParaRPr b="0" i="0" sz="3500" u="sng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8" name="Google Shape;118;g3165da6e404_1_110"/>
          <p:cNvSpPr txBox="1"/>
          <p:nvPr/>
        </p:nvSpPr>
        <p:spPr>
          <a:xfrm>
            <a:off x="577550" y="27822625"/>
            <a:ext cx="6967500" cy="45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 u="sng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Peripherals Selected</a:t>
            </a:r>
            <a:endParaRPr b="1" sz="5000" u="sng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546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roxima Nova"/>
              <a:buChar char="●"/>
            </a:pP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PDM </a:t>
            </a: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🗣️🎙️</a:t>
            </a:r>
            <a:endParaRPr sz="5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546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roxima Nova"/>
              <a:buChar char="●"/>
            </a:pP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SPI </a:t>
            </a: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🔊</a:t>
            </a:r>
            <a:endParaRPr sz="5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546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roxima Nova"/>
              <a:buChar char="●"/>
            </a:pP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Analog</a:t>
            </a: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🚪🔔</a:t>
            </a:r>
            <a:endParaRPr sz="5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546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roxima Nova"/>
              <a:buChar char="●"/>
            </a:pP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UART </a:t>
            </a: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🕺</a:t>
            </a:r>
            <a:endParaRPr baseline="30000" sz="5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19" name="Google Shape;119;g3165da6e404_1_110" title="linkbreakers-io-qr-code-generator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1265112" y="30012180"/>
            <a:ext cx="2106275" cy="2106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" name="Google Shape;120;g3165da6e404_1_110"/>
          <p:cNvCxnSpPr/>
          <p:nvPr/>
        </p:nvCxnSpPr>
        <p:spPr>
          <a:xfrm flipH="1" rot="10800000">
            <a:off x="424430" y="22213550"/>
            <a:ext cx="7215900" cy="10500"/>
          </a:xfrm>
          <a:prstGeom prst="straightConnector1">
            <a:avLst/>
          </a:prstGeom>
          <a:noFill/>
          <a:ln cap="flat" cmpd="sng" w="762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g3165da6e404_1_110"/>
          <p:cNvSpPr txBox="1"/>
          <p:nvPr/>
        </p:nvSpPr>
        <p:spPr>
          <a:xfrm>
            <a:off x="592750" y="22373326"/>
            <a:ext cx="6706200" cy="49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 u="sng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Protocols Selected</a:t>
            </a:r>
            <a:endParaRPr b="1" sz="5000" u="sng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pic>
        <p:nvPicPr>
          <p:cNvPr id="122" name="Google Shape;122;g3165da6e404_1_11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799975" y="24637088"/>
            <a:ext cx="4343429" cy="1039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3165da6e404_1_11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709666" y="23467340"/>
            <a:ext cx="4343424" cy="803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g3165da6e404_1_11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758950" y="25971898"/>
            <a:ext cx="4343424" cy="1075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g3165da6e404_1_11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2020274" y="6173970"/>
            <a:ext cx="6706199" cy="60641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g3165da6e404_1_110"/>
          <p:cNvPicPr preferRelativeResize="0"/>
          <p:nvPr/>
        </p:nvPicPr>
        <p:blipFill rotWithShape="1">
          <a:blip r:embed="rId15">
            <a:alphaModFix/>
          </a:blip>
          <a:srcRect b="-16280" l="2290" r="2281" t="20851"/>
          <a:stretch/>
        </p:blipFill>
        <p:spPr>
          <a:xfrm>
            <a:off x="17775450" y="5169593"/>
            <a:ext cx="4485600" cy="3328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g3165da6e404_1_110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9736076" y="16118171"/>
            <a:ext cx="6706199" cy="54095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g3165da6e404_1_110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27023763" y="14436485"/>
            <a:ext cx="4343425" cy="6701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g3165da6e404_1_110"/>
          <p:cNvPicPr preferRelativeResize="0"/>
          <p:nvPr/>
        </p:nvPicPr>
        <p:blipFill rotWithShape="1">
          <a:blip r:embed="rId18">
            <a:alphaModFix/>
          </a:blip>
          <a:srcRect b="0" l="3241" r="0" t="0"/>
          <a:stretch/>
        </p:blipFill>
        <p:spPr>
          <a:xfrm>
            <a:off x="28731825" y="5169600"/>
            <a:ext cx="3524400" cy="395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3165da6e404_1_110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17775450" y="7832340"/>
            <a:ext cx="4485600" cy="3467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g3165da6e404_1_110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28078139" y="9005975"/>
            <a:ext cx="4184410" cy="309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g3165da6e404_1_110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17819715" y="11299565"/>
            <a:ext cx="6702782" cy="210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165da6e404_1_110"/>
          <p:cNvSpPr txBox="1"/>
          <p:nvPr/>
        </p:nvSpPr>
        <p:spPr>
          <a:xfrm>
            <a:off x="32631100" y="5169600"/>
            <a:ext cx="11035800" cy="10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 u="sng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Why these Peripherals</a:t>
            </a:r>
            <a:endParaRPr b="1" sz="5000" u="sng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546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roxima Nova"/>
              <a:buChar char="●"/>
            </a:pP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PDM will capture voice via a digital MEMS microphone</a:t>
            </a:r>
            <a:endParaRPr sz="5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546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roxima Nova"/>
              <a:buChar char="●"/>
            </a:pP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SPI </a:t>
            </a: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will drive a speaker and amplifier for audio playback </a:t>
            </a:r>
            <a:endParaRPr sz="5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546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roxima Nova"/>
              <a:buChar char="●"/>
            </a:pP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Analog detects </a:t>
            </a: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push button</a:t>
            </a: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presses</a:t>
            </a: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to trigger doorbell events</a:t>
            </a:r>
            <a:endParaRPr sz="5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546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roxima Nova"/>
              <a:buChar char="●"/>
            </a:pP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UART interfaces with an ultrasonic </a:t>
            </a:r>
            <a:r>
              <a:rPr lang="en-US" sz="5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sensor for motion detection and alerts</a:t>
            </a:r>
            <a:endParaRPr sz="5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34" name="Google Shape;134;g3165da6e404_1_110"/>
          <p:cNvCxnSpPr/>
          <p:nvPr/>
        </p:nvCxnSpPr>
        <p:spPr>
          <a:xfrm>
            <a:off x="21712227" y="26312143"/>
            <a:ext cx="0" cy="0"/>
          </a:xfrm>
          <a:prstGeom prst="straightConnector1">
            <a:avLst/>
          </a:prstGeom>
          <a:noFill/>
          <a:ln cap="flat" cmpd="sng" w="21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" name="Google Shape;135;g3165da6e404_1_110"/>
          <p:cNvSpPr/>
          <p:nvPr/>
        </p:nvSpPr>
        <p:spPr>
          <a:xfrm>
            <a:off x="18098210" y="22889413"/>
            <a:ext cx="1439400" cy="745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5625" lIns="245625" spcFirstLastPara="1" rIns="245625" wrap="square" tIns="245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Proxima Nova Semibold"/>
                <a:ea typeface="Proxima Nova Semibold"/>
                <a:cs typeface="Proxima Nova Semibold"/>
                <a:sym typeface="Proxima Nova Semibold"/>
              </a:rPr>
              <a:t>Start</a:t>
            </a:r>
            <a:endParaRPr sz="300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cxnSp>
        <p:nvCxnSpPr>
          <p:cNvPr id="136" name="Google Shape;136;g3165da6e404_1_110"/>
          <p:cNvCxnSpPr>
            <a:stCxn id="135" idx="3"/>
            <a:endCxn id="137" idx="2"/>
          </p:cNvCxnSpPr>
          <p:nvPr/>
        </p:nvCxnSpPr>
        <p:spPr>
          <a:xfrm>
            <a:off x="19537610" y="23262163"/>
            <a:ext cx="513900" cy="21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" name="Google Shape;137;g3165da6e404_1_110"/>
          <p:cNvSpPr/>
          <p:nvPr/>
        </p:nvSpPr>
        <p:spPr>
          <a:xfrm>
            <a:off x="19649200" y="22811280"/>
            <a:ext cx="4024200" cy="905875"/>
          </a:xfrm>
          <a:prstGeom prst="flowChartInputOutpu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5625" lIns="245625" spcFirstLastPara="1" rIns="245625" wrap="square" tIns="2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Proxima Nova Semibold"/>
                <a:ea typeface="Proxima Nova Semibold"/>
                <a:cs typeface="Proxima Nova Semibold"/>
                <a:sym typeface="Proxima Nova Semibold"/>
              </a:rPr>
              <a:t>Send a command</a:t>
            </a:r>
            <a:endParaRPr sz="300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38" name="Google Shape;138;g3165da6e404_1_110"/>
          <p:cNvSpPr/>
          <p:nvPr/>
        </p:nvSpPr>
        <p:spPr>
          <a:xfrm>
            <a:off x="23634663" y="24313920"/>
            <a:ext cx="2976200" cy="1163400"/>
          </a:xfrm>
          <a:prstGeom prst="flowChartDecision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5625" lIns="245625" spcFirstLastPara="1" rIns="245625" wrap="square" tIns="245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18">
                <a:latin typeface="Proxima Nova Semibold"/>
                <a:ea typeface="Proxima Nova Semibold"/>
                <a:cs typeface="Proxima Nova Semibold"/>
                <a:sym typeface="Proxima Nova Semibold"/>
              </a:rPr>
              <a:t>Uses BLE?</a:t>
            </a:r>
            <a:endParaRPr sz="3018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39" name="Google Shape;139;g3165da6e404_1_110"/>
          <p:cNvSpPr txBox="1"/>
          <p:nvPr/>
        </p:nvSpPr>
        <p:spPr>
          <a:xfrm>
            <a:off x="17731569" y="27363487"/>
            <a:ext cx="3219900" cy="13209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3550" lIns="163550" spcFirstLastPara="1" rIns="163550" wrap="square" tIns="163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Proxima Nova Semibold"/>
                <a:ea typeface="Proxima Nova Semibold"/>
                <a:cs typeface="Proxima Nova Semibold"/>
                <a:sym typeface="Proxima Nova Semibold"/>
              </a:rPr>
              <a:t>Speaker &amp; Mic receives GATT command</a:t>
            </a:r>
            <a:endParaRPr sz="300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40" name="Google Shape;140;g3165da6e404_1_110"/>
          <p:cNvSpPr/>
          <p:nvPr/>
        </p:nvSpPr>
        <p:spPr>
          <a:xfrm>
            <a:off x="17678156" y="29006063"/>
            <a:ext cx="3343275" cy="1320900"/>
          </a:xfrm>
          <a:prstGeom prst="flowChartInputOutpu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5625" lIns="245625" spcFirstLastPara="1" rIns="245625" wrap="square" tIns="245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Proxima Nova Semibold"/>
                <a:ea typeface="Proxima Nova Semibold"/>
                <a:cs typeface="Proxima Nova Semibold"/>
                <a:sym typeface="Proxima Nova Semibold"/>
              </a:rPr>
              <a:t>Output Speaker Audio</a:t>
            </a:r>
            <a:endParaRPr sz="300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41" name="Google Shape;141;g3165da6e404_1_110"/>
          <p:cNvSpPr txBox="1"/>
          <p:nvPr/>
        </p:nvSpPr>
        <p:spPr>
          <a:xfrm flipH="1">
            <a:off x="29088125" y="27357112"/>
            <a:ext cx="2976300" cy="13104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3550" lIns="163550" spcFirstLastPara="1" rIns="163550" wrap="square" tIns="163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Proxima Nova Semibold"/>
                <a:ea typeface="Proxima Nova Semibold"/>
                <a:cs typeface="Proxima Nova Semibold"/>
                <a:sym typeface="Proxima Nova Semibold"/>
              </a:rPr>
              <a:t>Movement Detector senses motion</a:t>
            </a:r>
            <a:endParaRPr sz="300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42" name="Google Shape;142;g3165da6e404_1_110"/>
          <p:cNvSpPr txBox="1"/>
          <p:nvPr/>
        </p:nvSpPr>
        <p:spPr>
          <a:xfrm>
            <a:off x="21505175" y="27362012"/>
            <a:ext cx="3402300" cy="13104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3550" lIns="163550" spcFirstLastPara="1" rIns="163550" wrap="square" tIns="163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Proxima Nova Semibold"/>
                <a:ea typeface="Proxima Nova Semibold"/>
                <a:cs typeface="Proxima Nova Semibold"/>
                <a:sym typeface="Proxima Nova Semibold"/>
              </a:rPr>
              <a:t>Doorbell receives GATT command</a:t>
            </a:r>
            <a:endParaRPr sz="300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43" name="Google Shape;143;g3165da6e404_1_110"/>
          <p:cNvSpPr/>
          <p:nvPr/>
        </p:nvSpPr>
        <p:spPr>
          <a:xfrm>
            <a:off x="21621245" y="28942488"/>
            <a:ext cx="3170550" cy="1320900"/>
          </a:xfrm>
          <a:prstGeom prst="flowChartInputOutpu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5625" lIns="245625" spcFirstLastPara="1" rIns="245625" wrap="square" tIns="245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Proxima Nova Semibold"/>
                <a:ea typeface="Proxima Nova Semibold"/>
                <a:cs typeface="Proxima Nova Semibold"/>
                <a:sym typeface="Proxima Nova Semibold"/>
              </a:rPr>
              <a:t>Trigger chime event</a:t>
            </a:r>
            <a:endParaRPr sz="300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44" name="Google Shape;144;g3165da6e404_1_110"/>
          <p:cNvSpPr txBox="1"/>
          <p:nvPr/>
        </p:nvSpPr>
        <p:spPr>
          <a:xfrm>
            <a:off x="23473500" y="30398957"/>
            <a:ext cx="4902000" cy="8592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3550" lIns="163550" spcFirstLastPara="1" rIns="163550" wrap="square" tIns="163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Proxima Nova Semibold"/>
                <a:ea typeface="Proxima Nova Semibold"/>
                <a:cs typeface="Proxima Nova Semibold"/>
                <a:sym typeface="Proxima Nova Semibold"/>
              </a:rPr>
              <a:t>Gateway receives status &amp; sends it to tablet</a:t>
            </a:r>
            <a:endParaRPr sz="300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cxnSp>
        <p:nvCxnSpPr>
          <p:cNvPr id="145" name="Google Shape;145;g3165da6e404_1_110"/>
          <p:cNvCxnSpPr>
            <a:stCxn id="139" idx="2"/>
            <a:endCxn id="140" idx="1"/>
          </p:cNvCxnSpPr>
          <p:nvPr/>
        </p:nvCxnSpPr>
        <p:spPr>
          <a:xfrm>
            <a:off x="19341519" y="28684387"/>
            <a:ext cx="8400" cy="321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" name="Google Shape;146;g3165da6e404_1_110"/>
          <p:cNvCxnSpPr>
            <a:stCxn id="141" idx="2"/>
            <a:endCxn id="147" idx="1"/>
          </p:cNvCxnSpPr>
          <p:nvPr/>
        </p:nvCxnSpPr>
        <p:spPr>
          <a:xfrm flipH="1">
            <a:off x="30575075" y="28667512"/>
            <a:ext cx="1200" cy="309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g3165da6e404_1_110"/>
          <p:cNvCxnSpPr>
            <a:stCxn id="142" idx="2"/>
            <a:endCxn id="143" idx="1"/>
          </p:cNvCxnSpPr>
          <p:nvPr/>
        </p:nvCxnSpPr>
        <p:spPr>
          <a:xfrm>
            <a:off x="23206325" y="28672412"/>
            <a:ext cx="300" cy="270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" name="Google Shape;149;g3165da6e404_1_110"/>
          <p:cNvSpPr/>
          <p:nvPr/>
        </p:nvSpPr>
        <p:spPr>
          <a:xfrm>
            <a:off x="22779900" y="31709041"/>
            <a:ext cx="6289200" cy="829525"/>
          </a:xfrm>
          <a:prstGeom prst="flowChartInputOutpu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5625" lIns="245625" spcFirstLastPara="1" rIns="245625" wrap="square" tIns="245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Proxima Nova Semibold"/>
                <a:ea typeface="Proxima Nova Semibold"/>
                <a:cs typeface="Proxima Nova Semibold"/>
                <a:sym typeface="Proxima Nova Semibold"/>
              </a:rPr>
              <a:t>Update tablet with device responses</a:t>
            </a:r>
            <a:endParaRPr sz="300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cxnSp>
        <p:nvCxnSpPr>
          <p:cNvPr id="150" name="Google Shape;150;g3165da6e404_1_110"/>
          <p:cNvCxnSpPr>
            <a:stCxn id="144" idx="2"/>
            <a:endCxn id="149" idx="1"/>
          </p:cNvCxnSpPr>
          <p:nvPr/>
        </p:nvCxnSpPr>
        <p:spPr>
          <a:xfrm>
            <a:off x="25924500" y="31258157"/>
            <a:ext cx="0" cy="450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" name="Google Shape;151;g3165da6e404_1_110"/>
          <p:cNvCxnSpPr>
            <a:stCxn id="149" idx="5"/>
            <a:endCxn id="152" idx="1"/>
          </p:cNvCxnSpPr>
          <p:nvPr/>
        </p:nvCxnSpPr>
        <p:spPr>
          <a:xfrm flipH="1" rot="10800000">
            <a:off x="28440180" y="32119304"/>
            <a:ext cx="1054800" cy="45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3" name="Google Shape;153;g3165da6e404_1_110"/>
          <p:cNvSpPr txBox="1"/>
          <p:nvPr/>
        </p:nvSpPr>
        <p:spPr>
          <a:xfrm flipH="1">
            <a:off x="25091650" y="27357161"/>
            <a:ext cx="3402300" cy="13209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3550" lIns="163550" spcFirstLastPara="1" rIns="163550" wrap="square" tIns="163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Proxima Nova Semibold"/>
                <a:ea typeface="Proxima Nova Semibold"/>
                <a:cs typeface="Proxima Nova Semibold"/>
                <a:sym typeface="Proxima Nova Semibold"/>
              </a:rPr>
              <a:t>Lighting System receives On/Off cluster command</a:t>
            </a:r>
            <a:endParaRPr sz="300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54" name="Google Shape;154;g3165da6e404_1_110"/>
          <p:cNvSpPr/>
          <p:nvPr/>
        </p:nvSpPr>
        <p:spPr>
          <a:xfrm>
            <a:off x="25204943" y="28978688"/>
            <a:ext cx="3170550" cy="1320900"/>
          </a:xfrm>
          <a:prstGeom prst="flowChartInputOutpu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5625" lIns="245625" spcFirstLastPara="1" rIns="245625" wrap="square" tIns="245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Proxima Nova Semibold"/>
                <a:ea typeface="Proxima Nova Semibold"/>
                <a:cs typeface="Proxima Nova Semibold"/>
                <a:sym typeface="Proxima Nova Semibold"/>
              </a:rPr>
              <a:t>Activate</a:t>
            </a:r>
            <a:endParaRPr sz="300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Proxima Nova Semibold"/>
                <a:ea typeface="Proxima Nova Semibold"/>
                <a:cs typeface="Proxima Nova Semibold"/>
                <a:sym typeface="Proxima Nova Semibold"/>
              </a:rPr>
              <a:t>LED lights</a:t>
            </a:r>
            <a:endParaRPr sz="300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cxnSp>
        <p:nvCxnSpPr>
          <p:cNvPr id="155" name="Google Shape;155;g3165da6e404_1_110"/>
          <p:cNvCxnSpPr>
            <a:stCxn id="153" idx="2"/>
            <a:endCxn id="154" idx="1"/>
          </p:cNvCxnSpPr>
          <p:nvPr/>
        </p:nvCxnSpPr>
        <p:spPr>
          <a:xfrm flipH="1">
            <a:off x="26790100" y="28678061"/>
            <a:ext cx="2700" cy="300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" name="Google Shape;156;g3165da6e404_1_110"/>
          <p:cNvCxnSpPr/>
          <p:nvPr/>
        </p:nvCxnSpPr>
        <p:spPr>
          <a:xfrm>
            <a:off x="20969620" y="26429193"/>
            <a:ext cx="0" cy="0"/>
          </a:xfrm>
          <a:prstGeom prst="straightConnector1">
            <a:avLst/>
          </a:prstGeom>
          <a:noFill/>
          <a:ln cap="flat" cmpd="sng" w="247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" name="Google Shape;157;g3165da6e404_1_110"/>
          <p:cNvCxnSpPr>
            <a:stCxn id="137" idx="5"/>
            <a:endCxn id="158" idx="1"/>
          </p:cNvCxnSpPr>
          <p:nvPr/>
        </p:nvCxnSpPr>
        <p:spPr>
          <a:xfrm flipH="1" rot="10800000">
            <a:off x="23270980" y="23259718"/>
            <a:ext cx="721500" cy="45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" name="Google Shape;159;g3165da6e404_1_110"/>
          <p:cNvSpPr txBox="1"/>
          <p:nvPr/>
        </p:nvSpPr>
        <p:spPr>
          <a:xfrm>
            <a:off x="22842347" y="24284537"/>
            <a:ext cx="1020900" cy="8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245625" lIns="245625" spcFirstLastPara="1" rIns="245625" wrap="square" tIns="2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0"/>
              <a:t>Yes</a:t>
            </a:r>
            <a:endParaRPr b="1" sz="2380"/>
          </a:p>
        </p:txBody>
      </p:sp>
      <p:sp>
        <p:nvSpPr>
          <p:cNvPr id="160" name="Google Shape;160;g3165da6e404_1_110"/>
          <p:cNvSpPr/>
          <p:nvPr/>
        </p:nvSpPr>
        <p:spPr>
          <a:xfrm flipH="1">
            <a:off x="27183375" y="25857600"/>
            <a:ext cx="4024200" cy="1320900"/>
          </a:xfrm>
          <a:prstGeom prst="flowChartDecision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5625" lIns="245625" spcFirstLastPara="1" rIns="245625" wrap="square" tIns="245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Proxima Nova Semibold"/>
                <a:ea typeface="Proxima Nova Semibold"/>
                <a:cs typeface="Proxima Nova Semibold"/>
                <a:sym typeface="Proxima Nova Semibold"/>
              </a:rPr>
              <a:t>Activate lights?</a:t>
            </a:r>
            <a:endParaRPr sz="300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61" name="Google Shape;161;g3165da6e404_1_110"/>
          <p:cNvSpPr txBox="1"/>
          <p:nvPr/>
        </p:nvSpPr>
        <p:spPr>
          <a:xfrm>
            <a:off x="26472510" y="24263568"/>
            <a:ext cx="1015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45625" lIns="245625" spcFirstLastPara="1" rIns="245625" wrap="square" tIns="2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50"/>
              <a:t>No</a:t>
            </a:r>
            <a:endParaRPr b="1" sz="2350"/>
          </a:p>
        </p:txBody>
      </p:sp>
      <p:sp>
        <p:nvSpPr>
          <p:cNvPr id="147" name="Google Shape;147;g3165da6e404_1_110"/>
          <p:cNvSpPr/>
          <p:nvPr/>
        </p:nvSpPr>
        <p:spPr>
          <a:xfrm>
            <a:off x="29086937" y="28977288"/>
            <a:ext cx="2976300" cy="1320900"/>
          </a:xfrm>
          <a:prstGeom prst="flowChartInputOutpu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5625" lIns="245625" spcFirstLastPara="1" rIns="245625" wrap="square" tIns="245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Proxima Nova Semibold"/>
                <a:ea typeface="Proxima Nova Semibold"/>
                <a:cs typeface="Proxima Nova Semibold"/>
                <a:sym typeface="Proxima Nova Semibold"/>
              </a:rPr>
              <a:t>Send light signal</a:t>
            </a:r>
            <a:endParaRPr sz="300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cxnSp>
        <p:nvCxnSpPr>
          <p:cNvPr id="162" name="Google Shape;162;g3165da6e404_1_110"/>
          <p:cNvCxnSpPr>
            <a:stCxn id="160" idx="1"/>
            <a:endCxn id="141" idx="0"/>
          </p:cNvCxnSpPr>
          <p:nvPr/>
        </p:nvCxnSpPr>
        <p:spPr>
          <a:xfrm flipH="1">
            <a:off x="30576375" y="26518050"/>
            <a:ext cx="631200" cy="839100"/>
          </a:xfrm>
          <a:prstGeom prst="bentConnector4">
            <a:avLst>
              <a:gd fmla="val -37726" name="adj1"/>
              <a:gd fmla="val 10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" name="Google Shape;163;g3165da6e404_1_110"/>
          <p:cNvCxnSpPr>
            <a:stCxn id="160" idx="3"/>
            <a:endCxn id="153" idx="0"/>
          </p:cNvCxnSpPr>
          <p:nvPr/>
        </p:nvCxnSpPr>
        <p:spPr>
          <a:xfrm flipH="1">
            <a:off x="26792775" y="26518050"/>
            <a:ext cx="390600" cy="839100"/>
          </a:xfrm>
          <a:prstGeom prst="bentConnector2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" name="Google Shape;164;g3165da6e404_1_110"/>
          <p:cNvSpPr txBox="1"/>
          <p:nvPr/>
        </p:nvSpPr>
        <p:spPr>
          <a:xfrm flipH="1">
            <a:off x="30938902" y="25883419"/>
            <a:ext cx="1015800" cy="8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245625" lIns="245625" spcFirstLastPara="1" rIns="245625" wrap="square" tIns="2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50"/>
              <a:t>No</a:t>
            </a:r>
            <a:endParaRPr b="1" sz="2350"/>
          </a:p>
        </p:txBody>
      </p:sp>
      <p:sp>
        <p:nvSpPr>
          <p:cNvPr id="165" name="Google Shape;165;g3165da6e404_1_110"/>
          <p:cNvSpPr txBox="1"/>
          <p:nvPr/>
        </p:nvSpPr>
        <p:spPr>
          <a:xfrm flipH="1">
            <a:off x="26340071" y="25895460"/>
            <a:ext cx="1020900" cy="8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245625" lIns="245625" spcFirstLastPara="1" rIns="245625" wrap="square" tIns="2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50"/>
              <a:t>Yes</a:t>
            </a:r>
            <a:endParaRPr b="1" sz="2350"/>
          </a:p>
        </p:txBody>
      </p:sp>
      <p:cxnSp>
        <p:nvCxnSpPr>
          <p:cNvPr id="166" name="Google Shape;166;g3165da6e404_1_110"/>
          <p:cNvCxnSpPr>
            <a:stCxn id="154" idx="5"/>
            <a:endCxn id="144" idx="3"/>
          </p:cNvCxnSpPr>
          <p:nvPr/>
        </p:nvCxnSpPr>
        <p:spPr>
          <a:xfrm>
            <a:off x="28058438" y="29639138"/>
            <a:ext cx="317100" cy="1189500"/>
          </a:xfrm>
          <a:prstGeom prst="bentConnector3">
            <a:avLst>
              <a:gd fmla="val 259630" name="adj1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7" name="Google Shape;167;g3165da6e404_1_110"/>
          <p:cNvSpPr/>
          <p:nvPr/>
        </p:nvSpPr>
        <p:spPr>
          <a:xfrm>
            <a:off x="19312003" y="25850375"/>
            <a:ext cx="4024200" cy="1215450"/>
          </a:xfrm>
          <a:prstGeom prst="flowChartDecision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5625" lIns="245625" spcFirstLastPara="1" rIns="245625" wrap="square" tIns="245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Proxima Nova Semibold"/>
                <a:ea typeface="Proxima Nova Semibold"/>
                <a:cs typeface="Proxima Nova Semibold"/>
                <a:sym typeface="Proxima Nova Semibold"/>
              </a:rPr>
              <a:t>Transmit audio?</a:t>
            </a:r>
            <a:endParaRPr sz="300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cxnSp>
        <p:nvCxnSpPr>
          <p:cNvPr id="168" name="Google Shape;168;g3165da6e404_1_110"/>
          <p:cNvCxnSpPr>
            <a:stCxn id="167" idx="3"/>
            <a:endCxn id="142" idx="0"/>
          </p:cNvCxnSpPr>
          <p:nvPr/>
        </p:nvCxnSpPr>
        <p:spPr>
          <a:xfrm flipH="1">
            <a:off x="23206303" y="26458100"/>
            <a:ext cx="129900" cy="903900"/>
          </a:xfrm>
          <a:prstGeom prst="bentConnector4">
            <a:avLst>
              <a:gd fmla="val -183314" name="adj1"/>
              <a:gd fmla="val 100218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" name="Google Shape;169;g3165da6e404_1_110"/>
          <p:cNvSpPr txBox="1"/>
          <p:nvPr/>
        </p:nvSpPr>
        <p:spPr>
          <a:xfrm>
            <a:off x="23054443" y="25840661"/>
            <a:ext cx="1015800" cy="8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245625" lIns="245625" spcFirstLastPara="1" rIns="245625" wrap="square" tIns="2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50"/>
              <a:t>No</a:t>
            </a:r>
            <a:endParaRPr b="1" sz="2350"/>
          </a:p>
        </p:txBody>
      </p:sp>
      <p:cxnSp>
        <p:nvCxnSpPr>
          <p:cNvPr id="170" name="Google Shape;170;g3165da6e404_1_110"/>
          <p:cNvCxnSpPr>
            <a:stCxn id="167" idx="1"/>
            <a:endCxn id="139" idx="0"/>
          </p:cNvCxnSpPr>
          <p:nvPr/>
        </p:nvCxnSpPr>
        <p:spPr>
          <a:xfrm>
            <a:off x="19312003" y="26458100"/>
            <a:ext cx="29400" cy="905400"/>
          </a:xfrm>
          <a:prstGeom prst="bentConnector4">
            <a:avLst>
              <a:gd fmla="val -809949" name="adj1"/>
              <a:gd fmla="val 100052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1" name="Google Shape;171;g3165da6e404_1_110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36259943" y="12218768"/>
            <a:ext cx="3219900" cy="3219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pic>
      <p:sp>
        <p:nvSpPr>
          <p:cNvPr id="172" name="Google Shape;172;g3165da6e404_1_110"/>
          <p:cNvSpPr txBox="1"/>
          <p:nvPr/>
        </p:nvSpPr>
        <p:spPr>
          <a:xfrm flipH="1">
            <a:off x="18523615" y="25846066"/>
            <a:ext cx="1020900" cy="8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245625" lIns="245625" spcFirstLastPara="1" rIns="245625" wrap="square" tIns="2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50"/>
              <a:t>Yes</a:t>
            </a:r>
            <a:endParaRPr b="1" sz="2350"/>
          </a:p>
        </p:txBody>
      </p:sp>
      <p:cxnSp>
        <p:nvCxnSpPr>
          <p:cNvPr id="173" name="Google Shape;173;g3165da6e404_1_110"/>
          <p:cNvCxnSpPr>
            <a:stCxn id="143" idx="4"/>
            <a:endCxn id="144" idx="1"/>
          </p:cNvCxnSpPr>
          <p:nvPr/>
        </p:nvCxnSpPr>
        <p:spPr>
          <a:xfrm flipH="1" rot="-5400000">
            <a:off x="23057420" y="30412488"/>
            <a:ext cx="565200" cy="267000"/>
          </a:xfrm>
          <a:prstGeom prst="bentConnector2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" name="Google Shape;174;g3165da6e404_1_110"/>
          <p:cNvCxnSpPr>
            <a:stCxn id="140" idx="4"/>
            <a:endCxn id="144" idx="1"/>
          </p:cNvCxnSpPr>
          <p:nvPr/>
        </p:nvCxnSpPr>
        <p:spPr>
          <a:xfrm flipH="1" rot="-5400000">
            <a:off x="21160893" y="28515863"/>
            <a:ext cx="501600" cy="4123800"/>
          </a:xfrm>
          <a:prstGeom prst="bentConnector2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g3165da6e404_1_110"/>
          <p:cNvSpPr txBox="1"/>
          <p:nvPr/>
        </p:nvSpPr>
        <p:spPr>
          <a:xfrm>
            <a:off x="23992384" y="22830042"/>
            <a:ext cx="6967500" cy="8592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3550" lIns="163550" spcFirstLastPara="1" rIns="163550" wrap="square" tIns="163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Proxima Nova Semibold"/>
                <a:ea typeface="Proxima Nova Semibold"/>
                <a:cs typeface="Proxima Nova Semibold"/>
                <a:sym typeface="Proxima Nova Semibold"/>
              </a:rPr>
              <a:t>Gateway receives command through Wi-Fi AP/direct connection</a:t>
            </a:r>
            <a:endParaRPr sz="300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75" name="Google Shape;175;g3165da6e404_1_110"/>
          <p:cNvSpPr txBox="1"/>
          <p:nvPr/>
        </p:nvSpPr>
        <p:spPr>
          <a:xfrm flipH="1">
            <a:off x="27433275" y="24430525"/>
            <a:ext cx="3524400" cy="924900"/>
          </a:xfrm>
          <a:prstGeom prst="rect">
            <a:avLst/>
          </a:prstGeom>
          <a:solidFill>
            <a:srgbClr val="FFFFFF"/>
          </a:solidFill>
          <a:ln cap="flat" cmpd="sng" w="34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3550" lIns="163550" spcFirstLastPara="1" rIns="163550" wrap="square" tIns="163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Proxima Nova Semibold"/>
                <a:ea typeface="Proxima Nova Semibold"/>
                <a:cs typeface="Proxima Nova Semibold"/>
                <a:sym typeface="Proxima Nova Semibold"/>
              </a:rPr>
              <a:t>Convert to Zigbee format &amp; send</a:t>
            </a:r>
            <a:endParaRPr sz="300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76" name="Google Shape;176;g3165da6e404_1_110"/>
          <p:cNvSpPr txBox="1"/>
          <p:nvPr/>
        </p:nvSpPr>
        <p:spPr>
          <a:xfrm flipH="1">
            <a:off x="19835952" y="24485182"/>
            <a:ext cx="2976300" cy="859200"/>
          </a:xfrm>
          <a:prstGeom prst="rect">
            <a:avLst/>
          </a:prstGeom>
          <a:solidFill>
            <a:srgbClr val="FFFFFF"/>
          </a:solidFill>
          <a:ln cap="flat" cmpd="sng" w="34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3550" lIns="163550" spcFirstLastPara="1" rIns="163550" wrap="square" tIns="163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Proxima Nova Semibold"/>
                <a:ea typeface="Proxima Nova Semibold"/>
                <a:cs typeface="Proxima Nova Semibold"/>
                <a:sym typeface="Proxima Nova Semibold"/>
              </a:rPr>
              <a:t>Convert to BLE format &amp; send</a:t>
            </a:r>
            <a:endParaRPr sz="300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cxnSp>
        <p:nvCxnSpPr>
          <p:cNvPr id="177" name="Google Shape;177;g3165da6e404_1_110"/>
          <p:cNvCxnSpPr>
            <a:stCxn id="147" idx="4"/>
            <a:endCxn id="158" idx="3"/>
          </p:cNvCxnSpPr>
          <p:nvPr/>
        </p:nvCxnSpPr>
        <p:spPr>
          <a:xfrm rot="-5400000">
            <a:off x="27248237" y="26586438"/>
            <a:ext cx="7038600" cy="384900"/>
          </a:xfrm>
          <a:prstGeom prst="bentConnector4">
            <a:avLst>
              <a:gd fmla="val -3487" name="adj1"/>
              <a:gd fmla="val 411506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8" name="Google Shape;178;g3165da6e404_1_110"/>
          <p:cNvSpPr txBox="1"/>
          <p:nvPr/>
        </p:nvSpPr>
        <p:spPr>
          <a:xfrm>
            <a:off x="36495450" y="15377125"/>
            <a:ext cx="2748900" cy="7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Main SoC</a:t>
            </a:r>
            <a:endParaRPr sz="3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79" name="Google Shape;179;g3165da6e404_1_110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24473525" y="12115075"/>
            <a:ext cx="7795400" cy="1998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g3165da6e404_1_110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17702650" y="13378075"/>
            <a:ext cx="6770875" cy="745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1" name="Google Shape;181;g3165da6e404_1_110"/>
          <p:cNvCxnSpPr>
            <a:stCxn id="158" idx="2"/>
            <a:endCxn id="138" idx="0"/>
          </p:cNvCxnSpPr>
          <p:nvPr/>
        </p:nvCxnSpPr>
        <p:spPr>
          <a:xfrm rot="5400000">
            <a:off x="25987084" y="22824792"/>
            <a:ext cx="624600" cy="2353500"/>
          </a:xfrm>
          <a:prstGeom prst="bentConnector3">
            <a:avLst>
              <a:gd fmla="val 40411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" name="Google Shape;182;g3165da6e404_1_110"/>
          <p:cNvCxnSpPr>
            <a:stCxn id="138" idx="1"/>
            <a:endCxn id="176" idx="1"/>
          </p:cNvCxnSpPr>
          <p:nvPr/>
        </p:nvCxnSpPr>
        <p:spPr>
          <a:xfrm flipH="1">
            <a:off x="22812363" y="24895620"/>
            <a:ext cx="822300" cy="19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" name="Google Shape;183;g3165da6e404_1_110"/>
          <p:cNvCxnSpPr>
            <a:stCxn id="138" idx="3"/>
            <a:endCxn id="175" idx="3"/>
          </p:cNvCxnSpPr>
          <p:nvPr/>
        </p:nvCxnSpPr>
        <p:spPr>
          <a:xfrm flipH="1" rot="10800000">
            <a:off x="26610863" y="24892920"/>
            <a:ext cx="822300" cy="2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" name="Google Shape;184;g3165da6e404_1_110"/>
          <p:cNvCxnSpPr>
            <a:stCxn id="176" idx="2"/>
            <a:endCxn id="167" idx="0"/>
          </p:cNvCxnSpPr>
          <p:nvPr/>
        </p:nvCxnSpPr>
        <p:spPr>
          <a:xfrm>
            <a:off x="21324102" y="25344382"/>
            <a:ext cx="0" cy="506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" name="Google Shape;185;g3165da6e404_1_110"/>
          <p:cNvCxnSpPr>
            <a:stCxn id="175" idx="2"/>
            <a:endCxn id="160" idx="0"/>
          </p:cNvCxnSpPr>
          <p:nvPr/>
        </p:nvCxnSpPr>
        <p:spPr>
          <a:xfrm>
            <a:off x="29195475" y="25355425"/>
            <a:ext cx="0" cy="502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86" name="Google Shape;186;g3165da6e404_1_110" title="Budget Breakdown (4).png"/>
          <p:cNvPicPr preferRelativeResize="0"/>
          <p:nvPr/>
        </p:nvPicPr>
        <p:blipFill rotWithShape="1">
          <a:blip r:embed="rId25">
            <a:alphaModFix/>
          </a:blip>
          <a:srcRect b="12623" l="10603" r="17805" t="16060"/>
          <a:stretch/>
        </p:blipFill>
        <p:spPr>
          <a:xfrm>
            <a:off x="7743088" y="25489075"/>
            <a:ext cx="9855323" cy="615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g3165da6e404_1_110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22204600" y="5150700"/>
            <a:ext cx="6967500" cy="103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3165da6e404_1_110"/>
          <p:cNvSpPr txBox="1"/>
          <p:nvPr/>
        </p:nvSpPr>
        <p:spPr>
          <a:xfrm>
            <a:off x="17815050" y="5405650"/>
            <a:ext cx="14663400" cy="8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sng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PCB Schematic</a:t>
            </a:r>
            <a:endParaRPr b="1" i="0" sz="5000" u="sng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9" name="Google Shape;189;g3165da6e404_1_110"/>
          <p:cNvSpPr txBox="1"/>
          <p:nvPr/>
        </p:nvSpPr>
        <p:spPr>
          <a:xfrm>
            <a:off x="8333075" y="21150613"/>
            <a:ext cx="2748900" cy="7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Side View</a:t>
            </a:r>
            <a:endParaRPr sz="3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0" name="Google Shape;190;g3165da6e404_1_110"/>
          <p:cNvSpPr txBox="1"/>
          <p:nvPr/>
        </p:nvSpPr>
        <p:spPr>
          <a:xfrm>
            <a:off x="8333075" y="13772463"/>
            <a:ext cx="2748900" cy="7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Top View</a:t>
            </a:r>
            <a:endParaRPr sz="3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91" name="Google Shape;191;g3165da6e404_1_110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8715263" y="6482950"/>
            <a:ext cx="7572375" cy="718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g3165da6e404_1_110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8374263" y="14612436"/>
            <a:ext cx="8254399" cy="647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165da6e404_1_110"/>
          <p:cNvSpPr/>
          <p:nvPr/>
        </p:nvSpPr>
        <p:spPr>
          <a:xfrm>
            <a:off x="29494833" y="31746446"/>
            <a:ext cx="1374900" cy="745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5625" lIns="245625" spcFirstLastPara="1" rIns="245625" wrap="square" tIns="245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Proxima Nova Semibold"/>
                <a:ea typeface="Proxima Nova Semibold"/>
                <a:cs typeface="Proxima Nova Semibold"/>
                <a:sym typeface="Proxima Nova Semibold"/>
              </a:rPr>
              <a:t>End</a:t>
            </a:r>
            <a:endParaRPr sz="300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2005-10-27T22:02:18Z</dcterms:created>
  <dc:creator>user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0x01010062C719A9A798C947B86B195F22B13E6D</vt:lpwstr>
  </property>
</Properties>
</file>