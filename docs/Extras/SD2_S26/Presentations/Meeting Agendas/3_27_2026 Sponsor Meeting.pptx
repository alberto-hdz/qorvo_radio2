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6b67325ac_2_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6b67325ac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6b67325ac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6b67325ac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2e6dc5e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2e6dc5e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2e16cc7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2e16cc7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2e47270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2e47270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2e6dc5e0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2e6dc5e0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1143000" y="1676397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3/27/2026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Sponsor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Project Updates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Mechanical</a:t>
            </a:r>
            <a:endParaRPr sz="1200"/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550" y="1083349"/>
            <a:ext cx="2097453" cy="318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6000" y="1083350"/>
            <a:ext cx="3412714" cy="31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Thread Firmware Initialization Bug Fix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Resolved startup crash caused by duplicate radio registration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Discovered that calling otSysInit() before otInstanceInitSingle() was causing the radio to register with the system twice, which crashed the firmware on startup.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Traced the crash to the crypto/random number generator failing as a side effect of the duplicate registration.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Fixed the issue by removing the otSysInit() call and letting otInstanceInitSingle() handle all initialization on its own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Work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PR’s for PCB’s, stencil, and components sent to ISL (03/26/2026) Waiting for ISL approval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Updated RF trace width to match KiCad calculator result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Video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2-3 Minutes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Sections: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Qorvo Introduction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QPG6200L Basics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Project Description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Purpose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Functionality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RF Communications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