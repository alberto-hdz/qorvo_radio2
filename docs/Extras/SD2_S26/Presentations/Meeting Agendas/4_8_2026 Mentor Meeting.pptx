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b67325ac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b67325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fd9218c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fd9218c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0984b1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0984b1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d1dd6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d1dd6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ff35b4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6ff35b4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4/8/2026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 Work </a:t>
            </a:r>
            <a:r>
              <a:rPr lang="en" sz="1400"/>
              <a:t>(Ethan)</a:t>
            </a:r>
            <a:endParaRPr sz="1400"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 Preparation with Abdul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Script Writing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</a:t>
            </a:r>
            <a:r>
              <a:rPr lang="en"/>
              <a:t> Camera from Library (planned shooting next week)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Editing Software (Capcut)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Preparing script for video with Ethan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begin writing script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Proceed to </a:t>
            </a:r>
            <a:r>
              <a:rPr lang="en"/>
              <a:t>recording</a:t>
            </a:r>
            <a:r>
              <a:rPr lang="en"/>
              <a:t> video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Editing video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 </a:t>
            </a:r>
            <a:r>
              <a:rPr lang="en" sz="1400"/>
              <a:t>(Alberto)</a:t>
            </a:r>
            <a:endParaRPr sz="1400"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Working on demo for video recording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Integrated Doorbell with UI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 working on integrating motion detector with the UI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 </a:t>
            </a:r>
            <a:r>
              <a:rPr lang="en" sz="1400"/>
              <a:t>(Kenneth)</a:t>
            </a:r>
            <a:endParaRPr sz="1400"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Working the SD2 Expo poster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Added information for login and password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Will be adding QR code section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Discussed with Abdul about the Node-Red UI part for video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