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9" r:id="rId4"/>
    <p:sldMasterId id="214748367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86b67325ac_2_8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86b67325ac_2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d63a43a0d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d63a43a0d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d881a69da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d881a69da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d8791c990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d8791c990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d87edefb2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d87edefb2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d884cd378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d884cd378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d881a69da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d881a69da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5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 type="title">
  <p:cSld name="TITLE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0" name="Google Shape;60;p1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title"/>
          </p:nvPr>
        </p:nvSpPr>
        <p:spPr>
          <a:xfrm>
            <a:off x="1362693" y="273844"/>
            <a:ext cx="71526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" type="body"/>
          </p:nvPr>
        </p:nvSpPr>
        <p:spPr>
          <a:xfrm>
            <a:off x="1362693" y="1369219"/>
            <a:ext cx="71526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9" name="Google Shape;69;p15"/>
          <p:cNvPicPr preferRelativeResize="0"/>
          <p:nvPr/>
        </p:nvPicPr>
        <p:blipFill rotWithShape="1">
          <a:blip r:embed="rId2">
            <a:alphaModFix/>
          </a:blip>
          <a:srcRect b="0" l="0" r="85401" t="0"/>
          <a:stretch/>
        </p:blipFill>
        <p:spPr>
          <a:xfrm>
            <a:off x="4667" y="0"/>
            <a:ext cx="133445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42873" y="4330223"/>
            <a:ext cx="3287554" cy="9144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" name="Google Shape;75;p1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6" name="Google Shape;7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062436" y="-1"/>
            <a:ext cx="9063435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77105" y="4601905"/>
            <a:ext cx="4275192" cy="576122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 txBox="1"/>
          <p:nvPr>
            <p:ph idx="1" type="subTitle"/>
          </p:nvPr>
        </p:nvSpPr>
        <p:spPr>
          <a:xfrm>
            <a:off x="2378034" y="2701529"/>
            <a:ext cx="32691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79" name="Google Shape;79;p16"/>
          <p:cNvSpPr txBox="1"/>
          <p:nvPr/>
        </p:nvSpPr>
        <p:spPr>
          <a:xfrm>
            <a:off x="2467099" y="1329928"/>
            <a:ext cx="34878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200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rial"/>
              <a:buNone/>
            </a:pPr>
            <a:r>
              <a:rPr b="1" i="0" lang="en" sz="3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Click to edit Master subtitle style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1335974" y="1282303"/>
            <a:ext cx="71745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1335973" y="3421856"/>
            <a:ext cx="71841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3" name="Google Shape;83;p1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p1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6" name="Google Shape;86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49" y="0"/>
            <a:ext cx="1335024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42873" y="0"/>
            <a:ext cx="3287554" cy="914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2027952" y="273844"/>
            <a:ext cx="64875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1102918" y="1369219"/>
            <a:ext cx="3527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1" name="Google Shape;91;p18"/>
          <p:cNvSpPr txBox="1"/>
          <p:nvPr>
            <p:ph idx="2" type="body"/>
          </p:nvPr>
        </p:nvSpPr>
        <p:spPr>
          <a:xfrm>
            <a:off x="4987636" y="1369219"/>
            <a:ext cx="3527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2" name="Google Shape;92;p1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1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5" name="Google Shape;95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33502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1379472" y="273844"/>
            <a:ext cx="71370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19"/>
          <p:cNvSpPr txBox="1"/>
          <p:nvPr>
            <p:ph idx="1" type="body"/>
          </p:nvPr>
        </p:nvSpPr>
        <p:spPr>
          <a:xfrm>
            <a:off x="1157840" y="1260872"/>
            <a:ext cx="35007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9" name="Google Shape;99;p19"/>
          <p:cNvSpPr txBox="1"/>
          <p:nvPr>
            <p:ph idx="2" type="body"/>
          </p:nvPr>
        </p:nvSpPr>
        <p:spPr>
          <a:xfrm>
            <a:off x="1157840" y="1878806"/>
            <a:ext cx="35007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0" name="Google Shape;100;p19"/>
          <p:cNvSpPr txBox="1"/>
          <p:nvPr>
            <p:ph idx="3" type="body"/>
          </p:nvPr>
        </p:nvSpPr>
        <p:spPr>
          <a:xfrm>
            <a:off x="4998647" y="1260872"/>
            <a:ext cx="35178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01" name="Google Shape;101;p19"/>
          <p:cNvSpPr txBox="1"/>
          <p:nvPr>
            <p:ph idx="4" type="body"/>
          </p:nvPr>
        </p:nvSpPr>
        <p:spPr>
          <a:xfrm>
            <a:off x="4998647" y="1878806"/>
            <a:ext cx="35178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2" name="Google Shape;102;p1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3" name="Google Shape;103;p1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1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5" name="Google Shape;105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20071"/>
            <a:ext cx="133502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/>
          <p:nvPr>
            <p:ph type="title"/>
          </p:nvPr>
        </p:nvSpPr>
        <p:spPr>
          <a:xfrm>
            <a:off x="1335024" y="273844"/>
            <a:ext cx="71802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9" name="Google Shape;109;p2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0" name="Google Shape;110;p2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1" name="Google Shape;111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33502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4" name="Google Shape;114;p2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6" name="Google Shape;116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33502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/>
          <p:nvPr>
            <p:ph type="title"/>
          </p:nvPr>
        </p:nvSpPr>
        <p:spPr>
          <a:xfrm>
            <a:off x="1351267" y="34409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9" name="Google Shape;119;p22"/>
          <p:cNvSpPr txBox="1"/>
          <p:nvPr>
            <p:ph idx="1" type="body"/>
          </p:nvPr>
        </p:nvSpPr>
        <p:spPr>
          <a:xfrm>
            <a:off x="4479966" y="740569"/>
            <a:ext cx="40365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20" name="Google Shape;120;p22"/>
          <p:cNvSpPr txBox="1"/>
          <p:nvPr>
            <p:ph idx="2" type="body"/>
          </p:nvPr>
        </p:nvSpPr>
        <p:spPr>
          <a:xfrm>
            <a:off x="1351267" y="154424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21" name="Google Shape;121;p2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2" name="Google Shape;122;p2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4" name="Google Shape;124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33502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3"/>
          <p:cNvSpPr txBox="1"/>
          <p:nvPr>
            <p:ph type="title"/>
          </p:nvPr>
        </p:nvSpPr>
        <p:spPr>
          <a:xfrm>
            <a:off x="121146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7" name="Google Shape;127;p23"/>
          <p:cNvSpPr/>
          <p:nvPr>
            <p:ph idx="2" type="pic"/>
          </p:nvPr>
        </p:nvSpPr>
        <p:spPr>
          <a:xfrm>
            <a:off x="4417621" y="740569"/>
            <a:ext cx="4098900" cy="3661200"/>
          </a:xfrm>
          <a:prstGeom prst="rect">
            <a:avLst/>
          </a:prstGeom>
          <a:noFill/>
          <a:ln>
            <a:noFill/>
          </a:ln>
        </p:spPr>
      </p:sp>
      <p:sp>
        <p:nvSpPr>
          <p:cNvPr id="128" name="Google Shape;128;p23"/>
          <p:cNvSpPr txBox="1"/>
          <p:nvPr>
            <p:ph idx="1" type="body"/>
          </p:nvPr>
        </p:nvSpPr>
        <p:spPr>
          <a:xfrm>
            <a:off x="121146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29" name="Google Shape;129;p2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0" name="Google Shape;130;p2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1" name="Google Shape;131;p2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2" name="Google Shape;132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2352" y="0"/>
            <a:ext cx="133502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1229096" y="273844"/>
            <a:ext cx="72864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1104405" y="1385888"/>
            <a:ext cx="74109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335024" cy="51435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4"/>
          <p:cNvSpPr txBox="1"/>
          <p:nvPr>
            <p:ph type="ctrTitle"/>
          </p:nvPr>
        </p:nvSpPr>
        <p:spPr>
          <a:xfrm>
            <a:off x="1143000" y="1676397"/>
            <a:ext cx="6858000" cy="1790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QORVO_RADIO2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4/22/2026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Mentor Meeting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5"/>
          <p:cNvSpPr txBox="1"/>
          <p:nvPr>
            <p:ph type="title"/>
          </p:nvPr>
        </p:nvSpPr>
        <p:spPr>
          <a:xfrm>
            <a:off x="1362693" y="273844"/>
            <a:ext cx="71526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		</a:t>
            </a:r>
            <a:endParaRPr/>
          </a:p>
        </p:txBody>
      </p:sp>
      <p:sp>
        <p:nvSpPr>
          <p:cNvPr id="143" name="Google Shape;143;p25"/>
          <p:cNvSpPr txBox="1"/>
          <p:nvPr>
            <p:ph idx="1" type="body"/>
          </p:nvPr>
        </p:nvSpPr>
        <p:spPr>
          <a:xfrm>
            <a:off x="1362693" y="1369219"/>
            <a:ext cx="71526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17500" lvl="0" marL="457200" rtl="0" algn="l">
              <a:spcBef>
                <a:spcPts val="80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Video Feedback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Computer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Electrical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6"/>
          <p:cNvSpPr txBox="1"/>
          <p:nvPr>
            <p:ph type="title"/>
          </p:nvPr>
        </p:nvSpPr>
        <p:spPr>
          <a:xfrm>
            <a:off x="1362693" y="273844"/>
            <a:ext cx="71526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Video Feedback</a:t>
            </a:r>
            <a:endParaRPr/>
          </a:p>
        </p:txBody>
      </p:sp>
      <p:sp>
        <p:nvSpPr>
          <p:cNvPr id="149" name="Google Shape;149;p26"/>
          <p:cNvSpPr txBox="1"/>
          <p:nvPr>
            <p:ph idx="1" type="body"/>
          </p:nvPr>
        </p:nvSpPr>
        <p:spPr>
          <a:xfrm>
            <a:off x="1362693" y="1345019"/>
            <a:ext cx="71526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17500" lvl="0" marL="457200" rtl="0" algn="l">
              <a:spcBef>
                <a:spcPts val="80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Add music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Better transitions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Resolution of some images/video segments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Add more video than static images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7"/>
          <p:cNvSpPr txBox="1"/>
          <p:nvPr>
            <p:ph type="title"/>
          </p:nvPr>
        </p:nvSpPr>
        <p:spPr>
          <a:xfrm>
            <a:off x="1362693" y="273844"/>
            <a:ext cx="71526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Computer Work</a:t>
            </a:r>
            <a:endParaRPr/>
          </a:p>
        </p:txBody>
      </p:sp>
      <p:sp>
        <p:nvSpPr>
          <p:cNvPr id="155" name="Google Shape;155;p27"/>
          <p:cNvSpPr txBox="1"/>
          <p:nvPr>
            <p:ph idx="1" type="body"/>
          </p:nvPr>
        </p:nvSpPr>
        <p:spPr>
          <a:xfrm>
            <a:off x="1362693" y="1369219"/>
            <a:ext cx="71526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17500" lvl="0" marL="457200" rtl="0" algn="l">
              <a:spcBef>
                <a:spcPts val="80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Researched how to use development board for speaker and microphone applications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Created both speaker and microphone application for testing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8"/>
          <p:cNvSpPr txBox="1"/>
          <p:nvPr>
            <p:ph type="title"/>
          </p:nvPr>
        </p:nvSpPr>
        <p:spPr>
          <a:xfrm>
            <a:off x="1362693" y="273844"/>
            <a:ext cx="71526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Computer Work </a:t>
            </a:r>
            <a:endParaRPr/>
          </a:p>
        </p:txBody>
      </p:sp>
      <p:sp>
        <p:nvSpPr>
          <p:cNvPr id="161" name="Google Shape;161;p28"/>
          <p:cNvSpPr txBox="1"/>
          <p:nvPr>
            <p:ph idx="1" type="body"/>
          </p:nvPr>
        </p:nvSpPr>
        <p:spPr>
          <a:xfrm>
            <a:off x="1362693" y="1369219"/>
            <a:ext cx="71526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17500" lvl="0" marL="457200" rtl="0" algn="l">
              <a:spcBef>
                <a:spcPts val="80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Created Info Tab on UI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System Info, Link to GitHub, Credits, Small User Guide, etc.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Investigating issue with audio on UI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Plan on trying to move the audio file into the Github repo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9"/>
          <p:cNvSpPr txBox="1"/>
          <p:nvPr>
            <p:ph type="title"/>
          </p:nvPr>
        </p:nvSpPr>
        <p:spPr>
          <a:xfrm>
            <a:off x="1362693" y="273844"/>
            <a:ext cx="71526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Electrical Work</a:t>
            </a:r>
            <a:endParaRPr/>
          </a:p>
        </p:txBody>
      </p:sp>
      <p:sp>
        <p:nvSpPr>
          <p:cNvPr id="167" name="Google Shape;167;p29"/>
          <p:cNvSpPr txBox="1"/>
          <p:nvPr>
            <p:ph idx="1" type="body"/>
          </p:nvPr>
        </p:nvSpPr>
        <p:spPr>
          <a:xfrm>
            <a:off x="1362693" y="1369219"/>
            <a:ext cx="71526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17500" lvl="0" marL="457200" rtl="0" algn="l">
              <a:spcBef>
                <a:spcPts val="80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Assembled and tested PCB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Planning to get with Alberto soon try integration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Will begin assembling the rest of the PCBs Once we have met with Alberto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Will meet with Ethan soon to update video based on sponsor feedback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0"/>
          <p:cNvSpPr txBox="1"/>
          <p:nvPr>
            <p:ph type="title"/>
          </p:nvPr>
        </p:nvSpPr>
        <p:spPr>
          <a:xfrm>
            <a:off x="1362693" y="273844"/>
            <a:ext cx="71526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Electrical Work</a:t>
            </a:r>
            <a:endParaRPr/>
          </a:p>
        </p:txBody>
      </p:sp>
      <p:sp>
        <p:nvSpPr>
          <p:cNvPr id="173" name="Google Shape;173;p30"/>
          <p:cNvSpPr txBox="1"/>
          <p:nvPr>
            <p:ph idx="1" type="body"/>
          </p:nvPr>
        </p:nvSpPr>
        <p:spPr>
          <a:xfrm>
            <a:off x="1362693" y="1369219"/>
            <a:ext cx="71526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17500" lvl="0" marL="457200" rtl="0" algn="l">
              <a:spcBef>
                <a:spcPts val="80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Assembled board 3 to 100%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Power, current , and short cicuit testing complete on board 3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Planning to work with Alberto to integrate Doorbell, Motion sensor, Microphone, and speaker with dev kit through PCB headers.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Custom 10">
      <a:dk1>
        <a:srgbClr val="000000"/>
      </a:dk1>
      <a:lt1>
        <a:srgbClr val="FFFFFF"/>
      </a:lt1>
      <a:dk2>
        <a:srgbClr val="2A502B"/>
      </a:dk2>
      <a:lt2>
        <a:srgbClr val="FFFFFF"/>
      </a:lt2>
      <a:accent1>
        <a:srgbClr val="F2E372"/>
      </a:accent1>
      <a:accent2>
        <a:srgbClr val="2A502B"/>
      </a:accent2>
      <a:accent3>
        <a:srgbClr val="E7BC29"/>
      </a:accent3>
      <a:accent4>
        <a:srgbClr val="1F3C20"/>
      </a:accent4>
      <a:accent5>
        <a:srgbClr val="0070C0"/>
      </a:accent5>
      <a:accent6>
        <a:srgbClr val="2A502B"/>
      </a:accent6>
      <a:hlink>
        <a:srgbClr val="0070C0"/>
      </a:hlink>
      <a:folHlink>
        <a:srgbClr val="344D6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