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90766f82d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d90766f82d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2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4330223"/>
            <a:ext cx="3287554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5" cy="51434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2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>
            <p:ph idx="1" type="subTitle"/>
          </p:nvPr>
        </p:nvSpPr>
        <p:spPr>
          <a:xfrm>
            <a:off x="2378034" y="2701529"/>
            <a:ext cx="32691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34" name="Google Shape;34;p4"/>
          <p:cNvSpPr txBox="1"/>
          <p:nvPr/>
        </p:nvSpPr>
        <p:spPr>
          <a:xfrm>
            <a:off x="2467099" y="1329928"/>
            <a:ext cx="34878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/>
          <p:nvPr>
            <p:ph type="title"/>
          </p:nvPr>
        </p:nvSpPr>
        <p:spPr>
          <a:xfrm>
            <a:off x="1335974" y="1282303"/>
            <a:ext cx="71745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1335973" y="3421856"/>
            <a:ext cx="7184100" cy="1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3" y="0"/>
            <a:ext cx="3287554" cy="914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2027952" y="273844"/>
            <a:ext cx="6487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1102918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6" name="Google Shape;46;p6"/>
          <p:cNvSpPr txBox="1"/>
          <p:nvPr>
            <p:ph idx="2" type="body"/>
          </p:nvPr>
        </p:nvSpPr>
        <p:spPr>
          <a:xfrm>
            <a:off x="4987636" y="1369219"/>
            <a:ext cx="3527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0" name="Google Shape;50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/>
          <p:nvPr>
            <p:ph type="title"/>
          </p:nvPr>
        </p:nvSpPr>
        <p:spPr>
          <a:xfrm>
            <a:off x="1379472" y="273844"/>
            <a:ext cx="71370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1157840" y="1260872"/>
            <a:ext cx="35007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4" name="Google Shape;54;p7"/>
          <p:cNvSpPr txBox="1"/>
          <p:nvPr>
            <p:ph idx="2" type="body"/>
          </p:nvPr>
        </p:nvSpPr>
        <p:spPr>
          <a:xfrm>
            <a:off x="1157840" y="1878806"/>
            <a:ext cx="35007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3" type="body"/>
          </p:nvPr>
        </p:nvSpPr>
        <p:spPr>
          <a:xfrm>
            <a:off x="4998647" y="1260872"/>
            <a:ext cx="35178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6" name="Google Shape;56;p7"/>
          <p:cNvSpPr txBox="1"/>
          <p:nvPr>
            <p:ph idx="4" type="body"/>
          </p:nvPr>
        </p:nvSpPr>
        <p:spPr>
          <a:xfrm>
            <a:off x="4998647" y="1878806"/>
            <a:ext cx="35178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7" name="Google Shape;57;p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0" name="Google Shape;60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 txBox="1"/>
          <p:nvPr>
            <p:ph type="title"/>
          </p:nvPr>
        </p:nvSpPr>
        <p:spPr>
          <a:xfrm>
            <a:off x="1335024" y="273844"/>
            <a:ext cx="71802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6" name="Google Shape;66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1" name="Google Shape;71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0"/>
          <p:cNvSpPr txBox="1"/>
          <p:nvPr>
            <p:ph type="title"/>
          </p:nvPr>
        </p:nvSpPr>
        <p:spPr>
          <a:xfrm>
            <a:off x="1351267" y="34409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4479966" y="740569"/>
            <a:ext cx="40365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75" name="Google Shape;75;p10"/>
          <p:cNvSpPr txBox="1"/>
          <p:nvPr>
            <p:ph idx="2" type="body"/>
          </p:nvPr>
        </p:nvSpPr>
        <p:spPr>
          <a:xfrm>
            <a:off x="1351267" y="154424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76" name="Google Shape;76;p1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/>
          <p:nvPr>
            <p:ph type="title"/>
          </p:nvPr>
        </p:nvSpPr>
        <p:spPr>
          <a:xfrm>
            <a:off x="1211461" y="342900"/>
            <a:ext cx="29493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1"/>
          <p:cNvSpPr/>
          <p:nvPr>
            <p:ph idx="2" type="pic"/>
          </p:nvPr>
        </p:nvSpPr>
        <p:spPr>
          <a:xfrm>
            <a:off x="4417621" y="740569"/>
            <a:ext cx="4098900" cy="36612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11"/>
          <p:cNvSpPr txBox="1"/>
          <p:nvPr>
            <p:ph idx="1" type="body"/>
          </p:nvPr>
        </p:nvSpPr>
        <p:spPr>
          <a:xfrm>
            <a:off x="1211461" y="1543050"/>
            <a:ext cx="29493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84" name="Google Shape;84;p1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7" name="Google Shape;8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229096" y="273844"/>
            <a:ext cx="72864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104405" y="1385888"/>
            <a:ext cx="7410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2"/>
          <p:cNvSpPr txBox="1"/>
          <p:nvPr>
            <p:ph type="ctrTitle"/>
          </p:nvPr>
        </p:nvSpPr>
        <p:spPr>
          <a:xfrm>
            <a:off x="1143000" y="1676397"/>
            <a:ext cx="6858000" cy="1790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4/29/2026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Sponsor Meeting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Final Report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Alternative Expo Demonstrations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