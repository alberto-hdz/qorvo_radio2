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9" r:id="rId4"/>
    <p:sldMasterId id="214748367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9" Type="http://schemas.openxmlformats.org/officeDocument/2006/relationships/slide" Target="slides/slide3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c8095abcb0_2_83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c8095abcb0_2_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c8095abcb0_2_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c8095abcb0_2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c8095abcb0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c8095abcb0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c8095abcb0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3c8095abcb0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c8095abcb0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3c8095abcb0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" type="title">
  <p:cSld name="TITLE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4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" name="Google Shape;59;p14"/>
          <p:cNvSpPr txBox="1"/>
          <p:nvPr>
            <p:ph idx="1" type="subTitle"/>
          </p:nvPr>
        </p:nvSpPr>
        <p:spPr>
          <a:xfrm>
            <a:off x="1143000" y="2701529"/>
            <a:ext cx="6858000" cy="1241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60" name="Google Shape;60;p14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1" name="Google Shape;61;p14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2" name="Google Shape;62;p14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5"/>
          <p:cNvSpPr txBox="1"/>
          <p:nvPr>
            <p:ph type="title"/>
          </p:nvPr>
        </p:nvSpPr>
        <p:spPr>
          <a:xfrm>
            <a:off x="1362693" y="273844"/>
            <a:ext cx="7152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1362693" y="1369219"/>
            <a:ext cx="71526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66" name="Google Shape;66;p15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7" name="Google Shape;67;p15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8" name="Google Shape;68;p15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69" name="Google Shape;69;p15"/>
          <p:cNvPicPr preferRelativeResize="0"/>
          <p:nvPr/>
        </p:nvPicPr>
        <p:blipFill rotWithShape="1">
          <a:blip r:embed="rId2">
            <a:alphaModFix/>
          </a:blip>
          <a:srcRect b="0" l="0" r="85401" t="0"/>
          <a:stretch/>
        </p:blipFill>
        <p:spPr>
          <a:xfrm>
            <a:off x="4667" y="0"/>
            <a:ext cx="1334459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0" name="Google Shape;70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42873" y="4330223"/>
            <a:ext cx="3287554" cy="91447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6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5" name="Google Shape;75;p16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062436" y="-1"/>
            <a:ext cx="9063435" cy="5143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77105" y="4601905"/>
            <a:ext cx="4275192" cy="576122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 txBox="1"/>
          <p:nvPr>
            <p:ph idx="1" type="subTitle"/>
          </p:nvPr>
        </p:nvSpPr>
        <p:spPr>
          <a:xfrm>
            <a:off x="2378034" y="2701529"/>
            <a:ext cx="3269100" cy="1241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79" name="Google Shape;79;p16"/>
          <p:cNvSpPr txBox="1"/>
          <p:nvPr/>
        </p:nvSpPr>
        <p:spPr>
          <a:xfrm>
            <a:off x="2467099" y="1329928"/>
            <a:ext cx="3487800" cy="1241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 lnSpcReduction="20000"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</a:pPr>
            <a:r>
              <a:rPr b="1" i="0" lang="en" sz="33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Click to edit Master subtitle style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7"/>
          <p:cNvSpPr txBox="1"/>
          <p:nvPr>
            <p:ph type="title"/>
          </p:nvPr>
        </p:nvSpPr>
        <p:spPr>
          <a:xfrm>
            <a:off x="1335974" y="1282303"/>
            <a:ext cx="7174500" cy="21396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2" name="Google Shape;82;p17"/>
          <p:cNvSpPr txBox="1"/>
          <p:nvPr>
            <p:ph idx="1" type="body"/>
          </p:nvPr>
        </p:nvSpPr>
        <p:spPr>
          <a:xfrm>
            <a:off x="1335973" y="3421856"/>
            <a:ext cx="7184100" cy="1125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83" name="Google Shape;83;p17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4" name="Google Shape;84;p17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5" name="Google Shape;85;p17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6" name="Google Shape;86;p1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49" y="0"/>
            <a:ext cx="1335024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7" name="Google Shape;87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42873" y="0"/>
            <a:ext cx="3287554" cy="914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8"/>
          <p:cNvSpPr txBox="1"/>
          <p:nvPr>
            <p:ph type="title"/>
          </p:nvPr>
        </p:nvSpPr>
        <p:spPr>
          <a:xfrm>
            <a:off x="2027952" y="273844"/>
            <a:ext cx="64875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0" name="Google Shape;90;p18"/>
          <p:cNvSpPr txBox="1"/>
          <p:nvPr>
            <p:ph idx="1" type="body"/>
          </p:nvPr>
        </p:nvSpPr>
        <p:spPr>
          <a:xfrm>
            <a:off x="1102918" y="1369219"/>
            <a:ext cx="3527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91" name="Google Shape;91;p18"/>
          <p:cNvSpPr txBox="1"/>
          <p:nvPr>
            <p:ph idx="2" type="body"/>
          </p:nvPr>
        </p:nvSpPr>
        <p:spPr>
          <a:xfrm>
            <a:off x="4987636" y="1369219"/>
            <a:ext cx="3527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92" name="Google Shape;92;p18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3" name="Google Shape;93;p18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4" name="Google Shape;94;p18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5" name="Google Shape;95;p1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335024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9"/>
          <p:cNvSpPr txBox="1"/>
          <p:nvPr>
            <p:ph type="title"/>
          </p:nvPr>
        </p:nvSpPr>
        <p:spPr>
          <a:xfrm>
            <a:off x="1379472" y="273844"/>
            <a:ext cx="71370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8" name="Google Shape;98;p19"/>
          <p:cNvSpPr txBox="1"/>
          <p:nvPr>
            <p:ph idx="1" type="body"/>
          </p:nvPr>
        </p:nvSpPr>
        <p:spPr>
          <a:xfrm>
            <a:off x="1157840" y="1260872"/>
            <a:ext cx="3500700" cy="6180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99" name="Google Shape;99;p19"/>
          <p:cNvSpPr txBox="1"/>
          <p:nvPr>
            <p:ph idx="2" type="body"/>
          </p:nvPr>
        </p:nvSpPr>
        <p:spPr>
          <a:xfrm>
            <a:off x="1157840" y="1878806"/>
            <a:ext cx="3500700" cy="276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00" name="Google Shape;100;p19"/>
          <p:cNvSpPr txBox="1"/>
          <p:nvPr>
            <p:ph idx="3" type="body"/>
          </p:nvPr>
        </p:nvSpPr>
        <p:spPr>
          <a:xfrm>
            <a:off x="4998647" y="1260872"/>
            <a:ext cx="3517800" cy="6180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101" name="Google Shape;101;p19"/>
          <p:cNvSpPr txBox="1"/>
          <p:nvPr>
            <p:ph idx="4" type="body"/>
          </p:nvPr>
        </p:nvSpPr>
        <p:spPr>
          <a:xfrm>
            <a:off x="4998647" y="1878806"/>
            <a:ext cx="3517800" cy="276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02" name="Google Shape;102;p19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3" name="Google Shape;103;p19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4" name="Google Shape;104;p19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05" name="Google Shape;105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-20071"/>
            <a:ext cx="1335024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0"/>
          <p:cNvSpPr txBox="1"/>
          <p:nvPr>
            <p:ph type="title"/>
          </p:nvPr>
        </p:nvSpPr>
        <p:spPr>
          <a:xfrm>
            <a:off x="1335024" y="273844"/>
            <a:ext cx="71802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8" name="Google Shape;108;p20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20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0" name="Google Shape;110;p20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11" name="Google Shape;111;p2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335024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1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4" name="Google Shape;114;p21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5" name="Google Shape;115;p21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16" name="Google Shape;116;p2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335024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2"/>
          <p:cNvSpPr txBox="1"/>
          <p:nvPr>
            <p:ph type="title"/>
          </p:nvPr>
        </p:nvSpPr>
        <p:spPr>
          <a:xfrm>
            <a:off x="1351267" y="344090"/>
            <a:ext cx="2949300" cy="1200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9" name="Google Shape;119;p22"/>
          <p:cNvSpPr txBox="1"/>
          <p:nvPr>
            <p:ph idx="1" type="body"/>
          </p:nvPr>
        </p:nvSpPr>
        <p:spPr>
          <a:xfrm>
            <a:off x="4479966" y="740569"/>
            <a:ext cx="4036500" cy="36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indent="-32385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indent="-32385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120" name="Google Shape;120;p22"/>
          <p:cNvSpPr txBox="1"/>
          <p:nvPr>
            <p:ph idx="2" type="body"/>
          </p:nvPr>
        </p:nvSpPr>
        <p:spPr>
          <a:xfrm>
            <a:off x="1351267" y="1544240"/>
            <a:ext cx="2949300" cy="2858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121" name="Google Shape;121;p22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2" name="Google Shape;122;p22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3" name="Google Shape;123;p22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24" name="Google Shape;124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335024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3"/>
          <p:cNvSpPr txBox="1"/>
          <p:nvPr>
            <p:ph type="title"/>
          </p:nvPr>
        </p:nvSpPr>
        <p:spPr>
          <a:xfrm>
            <a:off x="1211461" y="342900"/>
            <a:ext cx="2949300" cy="1200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7" name="Google Shape;127;p23"/>
          <p:cNvSpPr/>
          <p:nvPr>
            <p:ph idx="2" type="pic"/>
          </p:nvPr>
        </p:nvSpPr>
        <p:spPr>
          <a:xfrm>
            <a:off x="4417621" y="740569"/>
            <a:ext cx="4098900" cy="3661200"/>
          </a:xfrm>
          <a:prstGeom prst="rect">
            <a:avLst/>
          </a:prstGeom>
          <a:noFill/>
          <a:ln>
            <a:noFill/>
          </a:ln>
        </p:spPr>
      </p:sp>
      <p:sp>
        <p:nvSpPr>
          <p:cNvPr id="128" name="Google Shape;128;p23"/>
          <p:cNvSpPr txBox="1"/>
          <p:nvPr>
            <p:ph idx="1" type="body"/>
          </p:nvPr>
        </p:nvSpPr>
        <p:spPr>
          <a:xfrm>
            <a:off x="1211461" y="1543050"/>
            <a:ext cx="2949300" cy="2858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129" name="Google Shape;129;p23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0" name="Google Shape;130;p23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1" name="Google Shape;131;p23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32" name="Google Shape;132;p2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2352" y="0"/>
            <a:ext cx="1335024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3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11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19.xml"/><Relationship Id="rId5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1229096" y="273844"/>
            <a:ext cx="72864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b="0" i="0" sz="3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1104405" y="1385888"/>
            <a:ext cx="74109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5" name="Google Shape;55;p13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6" name="Google Shape;56;p13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0" y="0"/>
            <a:ext cx="1335024" cy="5143500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2"/>
    <p:sldLayoutId id="2147483660" r:id="rId3"/>
    <p:sldLayoutId id="2147483661" r:id="rId4"/>
    <p:sldLayoutId id="2147483662" r:id="rId5"/>
    <p:sldLayoutId id="2147483663" r:id="rId6"/>
    <p:sldLayoutId id="2147483664" r:id="rId7"/>
    <p:sldLayoutId id="2147483665" r:id="rId8"/>
    <p:sldLayoutId id="2147483666" r:id="rId9"/>
    <p:sldLayoutId id="2147483667" r:id="rId10"/>
    <p:sldLayoutId id="214748366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4"/>
          <p:cNvSpPr txBox="1"/>
          <p:nvPr>
            <p:ph type="ctrTitle"/>
          </p:nvPr>
        </p:nvSpPr>
        <p:spPr>
          <a:xfrm>
            <a:off x="1143000" y="1676397"/>
            <a:ext cx="6858000" cy="17907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QORVO_RADIO2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2/18/2026 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Mentor Meeting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5"/>
          <p:cNvSpPr txBox="1"/>
          <p:nvPr>
            <p:ph type="title"/>
          </p:nvPr>
        </p:nvSpPr>
        <p:spPr>
          <a:xfrm>
            <a:off x="1362693" y="273844"/>
            <a:ext cx="7152600" cy="9942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Agenda</a:t>
            </a:r>
            <a:endParaRPr/>
          </a:p>
        </p:txBody>
      </p:sp>
      <p:sp>
        <p:nvSpPr>
          <p:cNvPr id="143" name="Google Shape;143;p25"/>
          <p:cNvSpPr txBox="1"/>
          <p:nvPr>
            <p:ph idx="1" type="body"/>
          </p:nvPr>
        </p:nvSpPr>
        <p:spPr>
          <a:xfrm>
            <a:off x="1362693" y="1369219"/>
            <a:ext cx="71526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317500" lvl="0" marL="457200" rtl="0" algn="l">
              <a:spcBef>
                <a:spcPts val="800"/>
              </a:spcBef>
              <a:spcAft>
                <a:spcPts val="0"/>
              </a:spcAft>
              <a:buSzPts val="1400"/>
              <a:buChar char="•"/>
            </a:pPr>
            <a:r>
              <a:rPr lang="en"/>
              <a:t>Project Updates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6"/>
          <p:cNvSpPr txBox="1"/>
          <p:nvPr>
            <p:ph type="title"/>
          </p:nvPr>
        </p:nvSpPr>
        <p:spPr>
          <a:xfrm>
            <a:off x="1362693" y="273844"/>
            <a:ext cx="7152600" cy="9942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Mechanical (Ethan)</a:t>
            </a:r>
            <a:endParaRPr/>
          </a:p>
        </p:txBody>
      </p:sp>
      <p:sp>
        <p:nvSpPr>
          <p:cNvPr id="149" name="Google Shape;149;p26"/>
          <p:cNvSpPr txBox="1"/>
          <p:nvPr>
            <p:ph idx="1" type="body"/>
          </p:nvPr>
        </p:nvSpPr>
        <p:spPr>
          <a:xfrm>
            <a:off x="1362693" y="1369219"/>
            <a:ext cx="71526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317500" lvl="0" marL="457200" rtl="0" algn="l">
              <a:spcBef>
                <a:spcPts val="800"/>
              </a:spcBef>
              <a:spcAft>
                <a:spcPts val="0"/>
              </a:spcAft>
              <a:buSzPts val="1400"/>
              <a:buChar char="•"/>
            </a:pPr>
            <a:r>
              <a:rPr lang="en"/>
              <a:t>Finished printing enclosures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•"/>
            </a:pPr>
            <a:r>
              <a:rPr lang="en"/>
              <a:t>Working on post processing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•"/>
            </a:pPr>
            <a:r>
              <a:rPr lang="en"/>
              <a:t>Picked up parking passes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7"/>
          <p:cNvSpPr txBox="1"/>
          <p:nvPr>
            <p:ph idx="1" type="body"/>
          </p:nvPr>
        </p:nvSpPr>
        <p:spPr>
          <a:xfrm>
            <a:off x="1362693" y="1369219"/>
            <a:ext cx="71526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317500" lvl="0" marL="457200" rtl="0" algn="l">
              <a:spcBef>
                <a:spcPts val="800"/>
              </a:spcBef>
              <a:spcAft>
                <a:spcPts val="0"/>
              </a:spcAft>
              <a:buSzPts val="1400"/>
              <a:buChar char="•"/>
            </a:pPr>
            <a:r>
              <a:rPr lang="en"/>
              <a:t>PCB Assembly - </a:t>
            </a:r>
            <a:r>
              <a:rPr lang="en"/>
              <a:t>Assembled the user interface components (mic, doorbell, and motion sensor)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•"/>
            </a:pPr>
            <a:r>
              <a:rPr lang="en"/>
              <a:t>Performed continuity checks on the components after placement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•"/>
            </a:pPr>
            <a:r>
              <a:rPr lang="en"/>
              <a:t>Began working on PCB operation manual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•"/>
            </a:pPr>
            <a:r>
              <a:rPr lang="en"/>
              <a:t>Saw an issue with J-link 10 pin connector footprint in KiCad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•"/>
            </a:pPr>
            <a:r>
              <a:rPr lang="en"/>
              <a:t>Redesigned the footprint and made a PR for a new PCB order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•"/>
            </a:pPr>
            <a:r>
              <a:rPr lang="en"/>
              <a:t>Going to ISL to work with Tanner on a new order of PCBs</a:t>
            </a:r>
            <a:endParaRPr/>
          </a:p>
        </p:txBody>
      </p:sp>
      <p:sp>
        <p:nvSpPr>
          <p:cNvPr id="155" name="Google Shape;155;p27"/>
          <p:cNvSpPr txBox="1"/>
          <p:nvPr>
            <p:ph type="title"/>
          </p:nvPr>
        </p:nvSpPr>
        <p:spPr>
          <a:xfrm>
            <a:off x="1362693" y="273844"/>
            <a:ext cx="7152600" cy="9942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Electrical (Abdul and Luke)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8"/>
          <p:cNvSpPr txBox="1"/>
          <p:nvPr>
            <p:ph type="title"/>
          </p:nvPr>
        </p:nvSpPr>
        <p:spPr>
          <a:xfrm>
            <a:off x="1362693" y="273844"/>
            <a:ext cx="7152600" cy="9942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Computer</a:t>
            </a:r>
            <a:endParaRPr/>
          </a:p>
        </p:txBody>
      </p:sp>
      <p:sp>
        <p:nvSpPr>
          <p:cNvPr id="161" name="Google Shape;161;p28"/>
          <p:cNvSpPr txBox="1"/>
          <p:nvPr>
            <p:ph idx="1" type="body"/>
          </p:nvPr>
        </p:nvSpPr>
        <p:spPr>
          <a:xfrm>
            <a:off x="1362693" y="1369219"/>
            <a:ext cx="71526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Custom 10">
      <a:dk1>
        <a:srgbClr val="000000"/>
      </a:dk1>
      <a:lt1>
        <a:srgbClr val="FFFFFF"/>
      </a:lt1>
      <a:dk2>
        <a:srgbClr val="2A502B"/>
      </a:dk2>
      <a:lt2>
        <a:srgbClr val="FFFFFF"/>
      </a:lt2>
      <a:accent1>
        <a:srgbClr val="F2E372"/>
      </a:accent1>
      <a:accent2>
        <a:srgbClr val="2A502B"/>
      </a:accent2>
      <a:accent3>
        <a:srgbClr val="E7BC29"/>
      </a:accent3>
      <a:accent4>
        <a:srgbClr val="1F3C20"/>
      </a:accent4>
      <a:accent5>
        <a:srgbClr val="0070C0"/>
      </a:accent5>
      <a:accent6>
        <a:srgbClr val="2A502B"/>
      </a:accent6>
      <a:hlink>
        <a:srgbClr val="0070C0"/>
      </a:hlink>
      <a:folHlink>
        <a:srgbClr val="344D6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