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9" r:id="rId4"/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8095abcb0_2_8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8095abcb0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8095abcb0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8095abcb0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8095abcb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8095abcb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8095abcb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8095abcb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8095abcb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c8095abcb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2">
            <a:alphaModFix/>
          </a:blip>
          <a:srcRect b="0" l="0" r="85401" t="0"/>
          <a:stretch/>
        </p:blipFill>
        <p:spPr>
          <a:xfrm>
            <a:off x="4667" y="0"/>
            <a:ext cx="133445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3" y="4330223"/>
            <a:ext cx="3287554" cy="91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62436" y="-1"/>
            <a:ext cx="9063435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7105" y="4601905"/>
            <a:ext cx="4275192" cy="57612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2378034" y="2701529"/>
            <a:ext cx="32691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9" name="Google Shape;79;p16"/>
          <p:cNvSpPr txBox="1"/>
          <p:nvPr/>
        </p:nvSpPr>
        <p:spPr>
          <a:xfrm>
            <a:off x="2467099" y="1329928"/>
            <a:ext cx="34878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1335974" y="1282303"/>
            <a:ext cx="71745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1335973" y="3421856"/>
            <a:ext cx="71841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9" y="0"/>
            <a:ext cx="133502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3" y="0"/>
            <a:ext cx="3287554" cy="91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2027952" y="273844"/>
            <a:ext cx="6487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1102918" y="1369219"/>
            <a:ext cx="3527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2" type="body"/>
          </p:nvPr>
        </p:nvSpPr>
        <p:spPr>
          <a:xfrm>
            <a:off x="4987636" y="1369219"/>
            <a:ext cx="3527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1379472" y="273844"/>
            <a:ext cx="7137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1157840" y="1260872"/>
            <a:ext cx="35007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9" name="Google Shape;99;p19"/>
          <p:cNvSpPr txBox="1"/>
          <p:nvPr>
            <p:ph idx="2" type="body"/>
          </p:nvPr>
        </p:nvSpPr>
        <p:spPr>
          <a:xfrm>
            <a:off x="1157840" y="1878806"/>
            <a:ext cx="35007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3" type="body"/>
          </p:nvPr>
        </p:nvSpPr>
        <p:spPr>
          <a:xfrm>
            <a:off x="4998647" y="1260872"/>
            <a:ext cx="35178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1" name="Google Shape;101;p19"/>
          <p:cNvSpPr txBox="1"/>
          <p:nvPr>
            <p:ph idx="4" type="body"/>
          </p:nvPr>
        </p:nvSpPr>
        <p:spPr>
          <a:xfrm>
            <a:off x="4998647" y="1878806"/>
            <a:ext cx="35178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0071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1335024" y="273844"/>
            <a:ext cx="71802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1351267" y="34409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4479966" y="740569"/>
            <a:ext cx="40365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0" name="Google Shape;120;p22"/>
          <p:cNvSpPr txBox="1"/>
          <p:nvPr>
            <p:ph idx="2" type="body"/>
          </p:nvPr>
        </p:nvSpPr>
        <p:spPr>
          <a:xfrm>
            <a:off x="1351267" y="154424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1" name="Google Shape;121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121146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3"/>
          <p:cNvSpPr/>
          <p:nvPr>
            <p:ph idx="2" type="pic"/>
          </p:nvPr>
        </p:nvSpPr>
        <p:spPr>
          <a:xfrm>
            <a:off x="4417621" y="740569"/>
            <a:ext cx="4098900" cy="36612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121146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9" name="Google Shape;129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52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229096" y="273844"/>
            <a:ext cx="7286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104405" y="1385888"/>
            <a:ext cx="74109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ctrTitle"/>
          </p:nvPr>
        </p:nvSpPr>
        <p:spPr>
          <a:xfrm>
            <a:off x="1143000" y="1676397"/>
            <a:ext cx="6858000" cy="1790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QORVO_RADIO2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2/18/2026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Mentor Meeting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Project Updates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Mechanical (Ethan)</a:t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Finished printing enclosures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Working on post processing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Picked up parking passes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PCB Assembly - </a:t>
            </a:r>
            <a:r>
              <a:rPr lang="en"/>
              <a:t>Assembled the user interface components (mic, doorbell, and motion sensor)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Performed continuity checks on the components after placement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Began working on PCB operation manual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Saw an issue with J-link 10 pin connector footprint in KiCad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Redesigned the footprint and made a PR for a new PCB order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Going to ISL to work with Tanner on a new order of PCBs</a:t>
            </a:r>
            <a:endParaRPr/>
          </a:p>
        </p:txBody>
      </p:sp>
      <p:sp>
        <p:nvSpPr>
          <p:cNvPr id="155" name="Google Shape;155;p27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Electrical (Abdul and Luke)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</a:t>
            </a:r>
            <a:endParaRPr/>
          </a:p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2A502B"/>
      </a:dk2>
      <a:lt2>
        <a:srgbClr val="FFFFFF"/>
      </a:lt2>
      <a:accent1>
        <a:srgbClr val="F2E372"/>
      </a:accent1>
      <a:accent2>
        <a:srgbClr val="2A502B"/>
      </a:accent2>
      <a:accent3>
        <a:srgbClr val="E7BC29"/>
      </a:accent3>
      <a:accent4>
        <a:srgbClr val="1F3C20"/>
      </a:accent4>
      <a:accent5>
        <a:srgbClr val="0070C0"/>
      </a:accent5>
      <a:accent6>
        <a:srgbClr val="2A502B"/>
      </a:accent6>
      <a:hlink>
        <a:srgbClr val="0070C0"/>
      </a:hlink>
      <a:folHlink>
        <a:srgbClr val="344D6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