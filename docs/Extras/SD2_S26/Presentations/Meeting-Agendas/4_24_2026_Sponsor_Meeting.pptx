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3d90766f82d_0_8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" name="Google Shape;95;g3d90766f82d_0_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3d90766f82d_2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" name="Google Shape;101;g3d90766f82d_2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3d90766f82d_0_8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" name="Google Shape;107;g3d90766f82d_0_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Relationship Id="rId3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3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Title Slide" type="title">
  <p:cSld name="TITLE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2"/>
          <p:cNvSpPr txBox="1"/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" type="subTitle"/>
          </p:nvPr>
        </p:nvSpPr>
        <p:spPr>
          <a:xfrm>
            <a:off x="1143000" y="2701529"/>
            <a:ext cx="6858000" cy="1241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15" name="Google Shape;15;p2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6" name="Google Shape;16;p2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7" name="Google Shape;17;p2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3"/>
          <p:cNvSpPr txBox="1"/>
          <p:nvPr>
            <p:ph type="title"/>
          </p:nvPr>
        </p:nvSpPr>
        <p:spPr>
          <a:xfrm>
            <a:off x="1362693" y="273844"/>
            <a:ext cx="71526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" type="body"/>
          </p:nvPr>
        </p:nvSpPr>
        <p:spPr>
          <a:xfrm>
            <a:off x="1362693" y="1369219"/>
            <a:ext cx="71526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1" name="Google Shape;21;p3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2" name="Google Shape;22;p3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3" name="Google Shape;23;p3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24" name="Google Shape;24;p3"/>
          <p:cNvPicPr preferRelativeResize="0"/>
          <p:nvPr/>
        </p:nvPicPr>
        <p:blipFill rotWithShape="1">
          <a:blip r:embed="rId2">
            <a:alphaModFix/>
          </a:blip>
          <a:srcRect b="0" l="0" r="85401" t="0"/>
          <a:stretch/>
        </p:blipFill>
        <p:spPr>
          <a:xfrm>
            <a:off x="4667" y="0"/>
            <a:ext cx="1334459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" name="Google Shape;25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842873" y="4330223"/>
            <a:ext cx="3287554" cy="91447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 Slide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Google Shape;27;p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8" name="Google Shape;28;p4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9" name="Google Shape;29;p4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0" name="Google Shape;30;p4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31" name="Google Shape;31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1062436" y="-1"/>
            <a:ext cx="9063435" cy="5143499"/>
          </a:xfrm>
          <a:prstGeom prst="rect">
            <a:avLst/>
          </a:prstGeom>
          <a:noFill/>
          <a:ln>
            <a:noFill/>
          </a:ln>
        </p:spPr>
      </p:pic>
      <p:pic>
        <p:nvPicPr>
          <p:cNvPr id="32" name="Google Shape;32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77105" y="4601905"/>
            <a:ext cx="4275192" cy="576122"/>
          </a:xfrm>
          <a:prstGeom prst="rect">
            <a:avLst/>
          </a:prstGeom>
          <a:noFill/>
          <a:ln>
            <a:noFill/>
          </a:ln>
        </p:spPr>
      </p:pic>
      <p:sp>
        <p:nvSpPr>
          <p:cNvPr id="33" name="Google Shape;33;p4"/>
          <p:cNvSpPr txBox="1"/>
          <p:nvPr>
            <p:ph idx="1" type="subTitle"/>
          </p:nvPr>
        </p:nvSpPr>
        <p:spPr>
          <a:xfrm>
            <a:off x="2378034" y="2701529"/>
            <a:ext cx="3269100" cy="1241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34" name="Google Shape;34;p4"/>
          <p:cNvSpPr txBox="1"/>
          <p:nvPr/>
        </p:nvSpPr>
        <p:spPr>
          <a:xfrm>
            <a:off x="2467099" y="1329928"/>
            <a:ext cx="3487800" cy="1241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 lnSpcReduction="20000"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300"/>
              <a:buFont typeface="Arial"/>
              <a:buNone/>
            </a:pPr>
            <a:r>
              <a:rPr b="1" i="0" lang="en" sz="33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Click to edit Master subtitle style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5"/>
          <p:cNvSpPr txBox="1"/>
          <p:nvPr>
            <p:ph type="title"/>
          </p:nvPr>
        </p:nvSpPr>
        <p:spPr>
          <a:xfrm>
            <a:off x="1335974" y="1282303"/>
            <a:ext cx="7174500" cy="21396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7" name="Google Shape;37;p5"/>
          <p:cNvSpPr txBox="1"/>
          <p:nvPr>
            <p:ph idx="1" type="body"/>
          </p:nvPr>
        </p:nvSpPr>
        <p:spPr>
          <a:xfrm>
            <a:off x="1335973" y="3421856"/>
            <a:ext cx="7184100" cy="1125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8" name="Google Shape;38;p5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9" name="Google Shape;39;p5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0" name="Google Shape;40;p5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41" name="Google Shape;41;p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49" y="0"/>
            <a:ext cx="1335024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2" name="Google Shape;42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842873" y="0"/>
            <a:ext cx="3287554" cy="914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6"/>
          <p:cNvSpPr txBox="1"/>
          <p:nvPr>
            <p:ph type="title"/>
          </p:nvPr>
        </p:nvSpPr>
        <p:spPr>
          <a:xfrm>
            <a:off x="2027952" y="273844"/>
            <a:ext cx="64875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5" name="Google Shape;45;p6"/>
          <p:cNvSpPr txBox="1"/>
          <p:nvPr>
            <p:ph idx="1" type="body"/>
          </p:nvPr>
        </p:nvSpPr>
        <p:spPr>
          <a:xfrm>
            <a:off x="1102918" y="1369219"/>
            <a:ext cx="35277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6" name="Google Shape;46;p6"/>
          <p:cNvSpPr txBox="1"/>
          <p:nvPr>
            <p:ph idx="2" type="body"/>
          </p:nvPr>
        </p:nvSpPr>
        <p:spPr>
          <a:xfrm>
            <a:off x="4987636" y="1369219"/>
            <a:ext cx="35277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7" name="Google Shape;47;p6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8" name="Google Shape;48;p6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9" name="Google Shape;49;p6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50" name="Google Shape;50;p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335024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7"/>
          <p:cNvSpPr txBox="1"/>
          <p:nvPr>
            <p:ph type="title"/>
          </p:nvPr>
        </p:nvSpPr>
        <p:spPr>
          <a:xfrm>
            <a:off x="1379472" y="273844"/>
            <a:ext cx="71370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3" name="Google Shape;53;p7"/>
          <p:cNvSpPr txBox="1"/>
          <p:nvPr>
            <p:ph idx="1" type="body"/>
          </p:nvPr>
        </p:nvSpPr>
        <p:spPr>
          <a:xfrm>
            <a:off x="1157840" y="1260872"/>
            <a:ext cx="3500700" cy="6180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54" name="Google Shape;54;p7"/>
          <p:cNvSpPr txBox="1"/>
          <p:nvPr>
            <p:ph idx="2" type="body"/>
          </p:nvPr>
        </p:nvSpPr>
        <p:spPr>
          <a:xfrm>
            <a:off x="1157840" y="1878806"/>
            <a:ext cx="3500700" cy="2763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55" name="Google Shape;55;p7"/>
          <p:cNvSpPr txBox="1"/>
          <p:nvPr>
            <p:ph idx="3" type="body"/>
          </p:nvPr>
        </p:nvSpPr>
        <p:spPr>
          <a:xfrm>
            <a:off x="4998647" y="1260872"/>
            <a:ext cx="3517800" cy="6180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56" name="Google Shape;56;p7"/>
          <p:cNvSpPr txBox="1"/>
          <p:nvPr>
            <p:ph idx="4" type="body"/>
          </p:nvPr>
        </p:nvSpPr>
        <p:spPr>
          <a:xfrm>
            <a:off x="4998647" y="1878806"/>
            <a:ext cx="3517800" cy="2763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57" name="Google Shape;57;p7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8" name="Google Shape;58;p7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9" name="Google Shape;59;p7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60" name="Google Shape;60;p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-20071"/>
            <a:ext cx="1335024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8"/>
          <p:cNvSpPr txBox="1"/>
          <p:nvPr>
            <p:ph type="title"/>
          </p:nvPr>
        </p:nvSpPr>
        <p:spPr>
          <a:xfrm>
            <a:off x="1335024" y="273844"/>
            <a:ext cx="71802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3" name="Google Shape;63;p8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4" name="Google Shape;64;p8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5" name="Google Shape;65;p8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66" name="Google Shape;66;p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335024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9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9" name="Google Shape;69;p9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0" name="Google Shape;70;p9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71" name="Google Shape;71;p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335024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0"/>
          <p:cNvSpPr txBox="1"/>
          <p:nvPr>
            <p:ph type="title"/>
          </p:nvPr>
        </p:nvSpPr>
        <p:spPr>
          <a:xfrm>
            <a:off x="1351267" y="344090"/>
            <a:ext cx="2949300" cy="12003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4" name="Google Shape;74;p10"/>
          <p:cNvSpPr txBox="1"/>
          <p:nvPr>
            <p:ph idx="1" type="body"/>
          </p:nvPr>
        </p:nvSpPr>
        <p:spPr>
          <a:xfrm>
            <a:off x="4479966" y="740569"/>
            <a:ext cx="4036500" cy="36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810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6195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2385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indent="-32385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indent="-32385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indent="-32385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indent="-32385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indent="-32385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75" name="Google Shape;75;p10"/>
          <p:cNvSpPr txBox="1"/>
          <p:nvPr>
            <p:ph idx="2" type="body"/>
          </p:nvPr>
        </p:nvSpPr>
        <p:spPr>
          <a:xfrm>
            <a:off x="1351267" y="1544240"/>
            <a:ext cx="2949300" cy="2858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76" name="Google Shape;76;p10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7" name="Google Shape;77;p10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8" name="Google Shape;78;p10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79" name="Google Shape;79;p1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335024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1"/>
          <p:cNvSpPr txBox="1"/>
          <p:nvPr>
            <p:ph type="title"/>
          </p:nvPr>
        </p:nvSpPr>
        <p:spPr>
          <a:xfrm>
            <a:off x="1211461" y="342900"/>
            <a:ext cx="2949300" cy="12003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2" name="Google Shape;82;p11"/>
          <p:cNvSpPr/>
          <p:nvPr>
            <p:ph idx="2" type="pic"/>
          </p:nvPr>
        </p:nvSpPr>
        <p:spPr>
          <a:xfrm>
            <a:off x="4417621" y="740569"/>
            <a:ext cx="4098900" cy="3661200"/>
          </a:xfrm>
          <a:prstGeom prst="rect">
            <a:avLst/>
          </a:prstGeom>
          <a:noFill/>
          <a:ln>
            <a:noFill/>
          </a:ln>
        </p:spPr>
      </p:sp>
      <p:sp>
        <p:nvSpPr>
          <p:cNvPr id="83" name="Google Shape;83;p11"/>
          <p:cNvSpPr txBox="1"/>
          <p:nvPr>
            <p:ph idx="1" type="body"/>
          </p:nvPr>
        </p:nvSpPr>
        <p:spPr>
          <a:xfrm>
            <a:off x="1211461" y="1543050"/>
            <a:ext cx="2949300" cy="2858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84" name="Google Shape;84;p11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5" name="Google Shape;85;p11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6" name="Google Shape;86;p11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87" name="Google Shape;87;p1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2352" y="0"/>
            <a:ext cx="1335024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8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1229096" y="273844"/>
            <a:ext cx="72864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1104405" y="1385888"/>
            <a:ext cx="74109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6195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1" name="Google Shape;11;p1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0" y="0"/>
            <a:ext cx="1335024" cy="5143500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2"/>
          <p:cNvSpPr txBox="1"/>
          <p:nvPr>
            <p:ph type="ctrTitle"/>
          </p:nvPr>
        </p:nvSpPr>
        <p:spPr>
          <a:xfrm>
            <a:off x="1143000" y="1676397"/>
            <a:ext cx="6858000" cy="1790700"/>
          </a:xfrm>
          <a:prstGeom prst="rect">
            <a:avLst/>
          </a:prstGeom>
        </p:spPr>
        <p:txBody>
          <a:bodyPr anchorCtr="0" anchor="b" bIns="34275" lIns="68575" spcFirstLastPara="1" rIns="68575" wrap="square" tIns="3427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QORVO_RADIO2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4/24/2026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Sponsor Meeting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3"/>
          <p:cNvSpPr txBox="1"/>
          <p:nvPr>
            <p:ph type="title"/>
          </p:nvPr>
        </p:nvSpPr>
        <p:spPr>
          <a:xfrm>
            <a:off x="1362693" y="273844"/>
            <a:ext cx="7152600" cy="9942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Agenda</a:t>
            </a:r>
            <a:endParaRPr/>
          </a:p>
        </p:txBody>
      </p:sp>
      <p:sp>
        <p:nvSpPr>
          <p:cNvPr id="98" name="Google Shape;98;p13"/>
          <p:cNvSpPr txBox="1"/>
          <p:nvPr>
            <p:ph idx="1" type="body"/>
          </p:nvPr>
        </p:nvSpPr>
        <p:spPr>
          <a:xfrm>
            <a:off x="1362693" y="1369219"/>
            <a:ext cx="7152600" cy="32634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-317500" lvl="0" marL="457200" rtl="0" algn="l">
              <a:spcBef>
                <a:spcPts val="800"/>
              </a:spcBef>
              <a:spcAft>
                <a:spcPts val="0"/>
              </a:spcAft>
              <a:buSzPts val="1400"/>
              <a:buChar char="•"/>
            </a:pPr>
            <a:r>
              <a:rPr lang="en"/>
              <a:t>Video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•"/>
            </a:pPr>
            <a:r>
              <a:rPr lang="en"/>
              <a:t>Computer Updates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•"/>
            </a:pPr>
            <a:r>
              <a:rPr lang="en"/>
              <a:t>Electrical Updates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4"/>
          <p:cNvSpPr txBox="1"/>
          <p:nvPr>
            <p:ph type="title"/>
          </p:nvPr>
        </p:nvSpPr>
        <p:spPr>
          <a:xfrm>
            <a:off x="1362693" y="273844"/>
            <a:ext cx="7152600" cy="9942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Computer Work</a:t>
            </a:r>
            <a:endParaRPr/>
          </a:p>
        </p:txBody>
      </p:sp>
      <p:sp>
        <p:nvSpPr>
          <p:cNvPr id="104" name="Google Shape;104;p14"/>
          <p:cNvSpPr txBox="1"/>
          <p:nvPr>
            <p:ph idx="1" type="body"/>
          </p:nvPr>
        </p:nvSpPr>
        <p:spPr>
          <a:xfrm>
            <a:off x="1362693" y="1369219"/>
            <a:ext cx="7152600" cy="32634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-317500" lvl="0" marL="457200" rtl="0" algn="l">
              <a:spcBef>
                <a:spcPts val="800"/>
              </a:spcBef>
              <a:spcAft>
                <a:spcPts val="0"/>
              </a:spcAft>
              <a:buSzPts val="1400"/>
              <a:buChar char="•"/>
            </a:pPr>
            <a:r>
              <a:rPr lang="en"/>
              <a:t>Developed two applications to test the speaker and microphone using </a:t>
            </a:r>
            <a:r>
              <a:rPr lang="en"/>
              <a:t>development</a:t>
            </a:r>
            <a:r>
              <a:rPr lang="en"/>
              <a:t> board and custom pcb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•"/>
            </a:pPr>
            <a:r>
              <a:rPr lang="en"/>
              <a:t>Developed comprehensive document on using the SDK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•"/>
            </a:pPr>
            <a:r>
              <a:rPr lang="en"/>
              <a:t>Will be </a:t>
            </a:r>
            <a:r>
              <a:rPr lang="en"/>
              <a:t>researching</a:t>
            </a:r>
            <a:r>
              <a:rPr lang="en"/>
              <a:t> and implementing alternatives for demonstrations</a:t>
            </a:r>
            <a:endParaRPr/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15"/>
          <p:cNvSpPr txBox="1"/>
          <p:nvPr>
            <p:ph type="title"/>
          </p:nvPr>
        </p:nvSpPr>
        <p:spPr>
          <a:xfrm>
            <a:off x="1362693" y="273844"/>
            <a:ext cx="7152600" cy="9942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Electrical Work</a:t>
            </a:r>
            <a:endParaRPr/>
          </a:p>
        </p:txBody>
      </p:sp>
      <p:sp>
        <p:nvSpPr>
          <p:cNvPr id="110" name="Google Shape;110;p15"/>
          <p:cNvSpPr txBox="1"/>
          <p:nvPr>
            <p:ph idx="1" type="body"/>
          </p:nvPr>
        </p:nvSpPr>
        <p:spPr>
          <a:xfrm>
            <a:off x="1362693" y="1369219"/>
            <a:ext cx="7152600" cy="32634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-317500" lvl="0" marL="457200" rtl="0" algn="l">
              <a:spcBef>
                <a:spcPts val="80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100% assembled board 3, passed all </a:t>
            </a:r>
            <a:r>
              <a:rPr lang="en"/>
              <a:t>initial</a:t>
            </a:r>
            <a:r>
              <a:rPr lang="en"/>
              <a:t> tests for board </a:t>
            </a:r>
            <a:r>
              <a:rPr lang="en"/>
              <a:t>functionality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Attempted integration with devkit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Doorbell works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No connection to Motion Sensor or Microphone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Speaker pulls 1.5A when boost converter in Audio amp is on, boost converter needs to be on for speaker to operate.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Attempted</a:t>
            </a:r>
            <a:r>
              <a:rPr lang="en"/>
              <a:t> to operate speaker, limited success but high current cuts off 5V regulator (</a:t>
            </a:r>
            <a:r>
              <a:rPr lang="en"/>
              <a:t>Received</a:t>
            </a:r>
            <a:r>
              <a:rPr lang="en"/>
              <a:t> quiet high pitched ring from speaker)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Custom 10">
      <a:dk1>
        <a:srgbClr val="000000"/>
      </a:dk1>
      <a:lt1>
        <a:srgbClr val="FFFFFF"/>
      </a:lt1>
      <a:dk2>
        <a:srgbClr val="2A502B"/>
      </a:dk2>
      <a:lt2>
        <a:srgbClr val="FFFFFF"/>
      </a:lt2>
      <a:accent1>
        <a:srgbClr val="F2E372"/>
      </a:accent1>
      <a:accent2>
        <a:srgbClr val="2A502B"/>
      </a:accent2>
      <a:accent3>
        <a:srgbClr val="E7BC29"/>
      </a:accent3>
      <a:accent4>
        <a:srgbClr val="1F3C20"/>
      </a:accent4>
      <a:accent5>
        <a:srgbClr val="0070C0"/>
      </a:accent5>
      <a:accent6>
        <a:srgbClr val="2A502B"/>
      </a:accent6>
      <a:hlink>
        <a:srgbClr val="0070C0"/>
      </a:hlink>
      <a:folHlink>
        <a:srgbClr val="344D6C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