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446e35983_2_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446e35983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446e35983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446e35983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446e359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446e359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446e3598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446e3598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1143000" y="1676397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4/3/2026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Sponsor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Project Updates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Work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Received</a:t>
            </a:r>
            <a:r>
              <a:rPr lang="en"/>
              <a:t> order from Mouser and OSH Stecnil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Awaiting Order from Digikey and Osh Park (Panalized March 30th)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Created Operational Manual Document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Created Documentation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Gateway Setup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Application Verification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NodeRED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Markdown Files for Doorbell and Motion Sensor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Updated Github Repository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Began Full integration of the Motion Sensor Application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