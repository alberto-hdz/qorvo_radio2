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6b67325ac_2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6b67325ac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3d8cd0d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3d8cd0d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3db05f4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3db05f4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d1dd6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3d1dd6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3d4e3d3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3d4e3d3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3d31121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3d31121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3dae4f2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3dae4f2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4/1/2026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Project Updates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Mechanical Work </a:t>
            </a:r>
            <a:r>
              <a:rPr lang="en" sz="1400"/>
              <a:t>(Ethan)</a:t>
            </a:r>
            <a:endParaRPr sz="1400"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1362693" y="1314844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Cleaning up CAD models and drawings for enclosure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Video Preparation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Capcut Software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Meeting with Abdul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</a:t>
            </a:r>
            <a:r>
              <a:rPr lang="en"/>
              <a:t> </a:t>
            </a:r>
            <a:r>
              <a:rPr lang="en" sz="1400"/>
              <a:t>(Alberto)</a:t>
            </a:r>
            <a:endParaRPr sz="1400"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Created Documentation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Gateway Setup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Application Verification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NodeRED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Markdown Files for Doorbell and Motion Sensor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</a:t>
            </a:r>
            <a:r>
              <a:rPr lang="en"/>
              <a:t>ull integration of the Motion Sensor Application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 </a:t>
            </a:r>
            <a:r>
              <a:rPr lang="en" sz="1400"/>
              <a:t>(Kenneth)</a:t>
            </a:r>
            <a:endParaRPr sz="1400"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Created Documentation for progress report: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QR Code Scan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UI Customization Interface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Finalized </a:t>
            </a:r>
            <a:r>
              <a:rPr lang="en"/>
              <a:t>development of Speaker UI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Changes committed to Github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Updated Project Plan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 PCB, PCB stencil, and other components ordered (Delivery unknown).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Started documentation for operation manual.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Compiled</a:t>
            </a:r>
            <a:r>
              <a:rPr lang="en"/>
              <a:t> documentation for progress report.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Worked on documentation for progress </a:t>
            </a:r>
            <a:r>
              <a:rPr lang="en"/>
              <a:t>report</a:t>
            </a: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Reformatted</a:t>
            </a:r>
            <a:r>
              <a:rPr lang="en"/>
              <a:t> documentation for PCBs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Will begin to look on KiCAD for to build a netlist to work off of once PCBs arrive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