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6db69dbb5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6db69dbb5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75cfb0760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75cfb0760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6db69dbb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6db69dbb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75cfb0760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75cfb0760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6db69db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6db69db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6db69dbb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6db69dbb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6db69dbb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6db69db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4/17/2026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362693" y="14176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Poster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Video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Updates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Video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Created script for video earlier this week - 4/14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Went over script with team - 4/16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Recording video and audio to be </a:t>
            </a:r>
            <a:r>
              <a:rPr lang="en"/>
              <a:t>edited</a:t>
            </a:r>
            <a:r>
              <a:rPr lang="en"/>
              <a:t> will be sent in by 4/18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Editing of the first draft video will be 4/18-4/19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Review of the first draft video will be 4/20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Poster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Poster Discussion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Create </a:t>
            </a:r>
            <a:r>
              <a:rPr lang="en"/>
              <a:t>BLE Gateway Doorbell Application for video demo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Integrated demo with updated UI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Will be recording demo video and script recording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 (Luke M. and Abdul B.)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1362700" y="1369225"/>
            <a:ext cx="7152600" cy="158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Assembled 2 boards for Programing functionaility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Voltage regulator issues fixed on board 1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Issues with board 2, 5V regulator, (Soldering connection?)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Conintued connection issues with J-Tag connection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J-Tag Testing Notes</a:t>
            </a:r>
            <a:endParaRPr/>
          </a:p>
        </p:txBody>
      </p:sp>
      <p:sp>
        <p:nvSpPr>
          <p:cNvPr id="173" name="Google Shape;173;p30"/>
          <p:cNvSpPr txBox="1"/>
          <p:nvPr/>
        </p:nvSpPr>
        <p:spPr>
          <a:xfrm>
            <a:off x="1362700" y="1147500"/>
            <a:ext cx="7615800" cy="20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1: Unable to read chip ID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2: pin override is not supported but required for the selected device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Pins with ~3.3V: 3.3V pin, nRESET, TMS, TDO,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PROG_ENn switch cuts voltage from 3.3V to 0.045V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Continuity is good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Vref on JLINK is supposed to be 0V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QPG6200 Internal pulls up nRESET pin (From datasheet pg 49)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 kit is also getting 3.3V at nRESET pin, TDO, TDI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