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9" r:id="rId4"/>
    <p:sldMasterId id="214748367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6db69dbb5_2_8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6db69dbb5_2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975cfb0760_0_8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975cfb0760_0_8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d6db69dbb5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d6db69dbb5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75cfb0760_0_8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75cfb0760_0_8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d6db69dbb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d6db69dbb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6db69dbb5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d6db69dbb5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6db69dbb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d6db69dbb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9" name="Google Shape;69;p15"/>
          <p:cNvPicPr preferRelativeResize="0"/>
          <p:nvPr/>
        </p:nvPicPr>
        <p:blipFill rotWithShape="1">
          <a:blip r:embed="rId2">
            <a:alphaModFix/>
          </a:blip>
          <a:srcRect b="0" l="0" r="85401" t="0"/>
          <a:stretch/>
        </p:blipFill>
        <p:spPr>
          <a:xfrm>
            <a:off x="4667" y="0"/>
            <a:ext cx="133445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42873" y="4330223"/>
            <a:ext cx="3287554" cy="9144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062436" y="-1"/>
            <a:ext cx="9063435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7105" y="4601905"/>
            <a:ext cx="4275192" cy="576122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/>
          <p:nvPr>
            <p:ph idx="1" type="subTitle"/>
          </p:nvPr>
        </p:nvSpPr>
        <p:spPr>
          <a:xfrm>
            <a:off x="2378034" y="2701529"/>
            <a:ext cx="32691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79" name="Google Shape;79;p16"/>
          <p:cNvSpPr txBox="1"/>
          <p:nvPr/>
        </p:nvSpPr>
        <p:spPr>
          <a:xfrm>
            <a:off x="2467099" y="1329928"/>
            <a:ext cx="34878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20000"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</a:pPr>
            <a:r>
              <a:rPr b="1" i="0" lang="en" sz="33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Click to edit Master subtitle style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1335974" y="1282303"/>
            <a:ext cx="71745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1335973" y="3421856"/>
            <a:ext cx="7184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5" name="Google Shape;85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6" name="Google Shape;86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49" y="0"/>
            <a:ext cx="1335024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42873" y="0"/>
            <a:ext cx="3287554" cy="914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2027952" y="273844"/>
            <a:ext cx="64875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8"/>
          <p:cNvSpPr txBox="1"/>
          <p:nvPr>
            <p:ph idx="1" type="body"/>
          </p:nvPr>
        </p:nvSpPr>
        <p:spPr>
          <a:xfrm>
            <a:off x="1102918" y="1369219"/>
            <a:ext cx="3527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1" name="Google Shape;91;p18"/>
          <p:cNvSpPr txBox="1"/>
          <p:nvPr>
            <p:ph idx="2" type="body"/>
          </p:nvPr>
        </p:nvSpPr>
        <p:spPr>
          <a:xfrm>
            <a:off x="4987636" y="1369219"/>
            <a:ext cx="3527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2" name="Google Shape;92;p1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5" name="Google Shape;95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 txBox="1"/>
          <p:nvPr>
            <p:ph type="title"/>
          </p:nvPr>
        </p:nvSpPr>
        <p:spPr>
          <a:xfrm>
            <a:off x="1379472" y="273844"/>
            <a:ext cx="71370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19"/>
          <p:cNvSpPr txBox="1"/>
          <p:nvPr>
            <p:ph idx="1" type="body"/>
          </p:nvPr>
        </p:nvSpPr>
        <p:spPr>
          <a:xfrm>
            <a:off x="1157840" y="1260872"/>
            <a:ext cx="35007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9" name="Google Shape;99;p19"/>
          <p:cNvSpPr txBox="1"/>
          <p:nvPr>
            <p:ph idx="2" type="body"/>
          </p:nvPr>
        </p:nvSpPr>
        <p:spPr>
          <a:xfrm>
            <a:off x="1157840" y="1878806"/>
            <a:ext cx="35007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0" name="Google Shape;100;p19"/>
          <p:cNvSpPr txBox="1"/>
          <p:nvPr>
            <p:ph idx="3" type="body"/>
          </p:nvPr>
        </p:nvSpPr>
        <p:spPr>
          <a:xfrm>
            <a:off x="4998647" y="1260872"/>
            <a:ext cx="35178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01" name="Google Shape;101;p19"/>
          <p:cNvSpPr txBox="1"/>
          <p:nvPr>
            <p:ph idx="4" type="body"/>
          </p:nvPr>
        </p:nvSpPr>
        <p:spPr>
          <a:xfrm>
            <a:off x="4998647" y="1878806"/>
            <a:ext cx="35178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3" name="Google Shape;103;p1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1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5" name="Google Shape;105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20071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/>
          <p:nvPr>
            <p:ph type="title"/>
          </p:nvPr>
        </p:nvSpPr>
        <p:spPr>
          <a:xfrm>
            <a:off x="1335024" y="273844"/>
            <a:ext cx="71802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2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2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4" name="Google Shape;114;p2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2"/>
          <p:cNvSpPr txBox="1"/>
          <p:nvPr>
            <p:ph type="title"/>
          </p:nvPr>
        </p:nvSpPr>
        <p:spPr>
          <a:xfrm>
            <a:off x="1351267" y="34409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2"/>
          <p:cNvSpPr txBox="1"/>
          <p:nvPr>
            <p:ph idx="1" type="body"/>
          </p:nvPr>
        </p:nvSpPr>
        <p:spPr>
          <a:xfrm>
            <a:off x="4479966" y="740569"/>
            <a:ext cx="4036500" cy="3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20" name="Google Shape;120;p22"/>
          <p:cNvSpPr txBox="1"/>
          <p:nvPr>
            <p:ph idx="2" type="body"/>
          </p:nvPr>
        </p:nvSpPr>
        <p:spPr>
          <a:xfrm>
            <a:off x="1351267" y="154424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21" name="Google Shape;121;p22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2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4" name="Google Shape;12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3"/>
          <p:cNvSpPr txBox="1"/>
          <p:nvPr>
            <p:ph type="title"/>
          </p:nvPr>
        </p:nvSpPr>
        <p:spPr>
          <a:xfrm>
            <a:off x="121146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7" name="Google Shape;127;p23"/>
          <p:cNvSpPr/>
          <p:nvPr>
            <p:ph idx="2" type="pic"/>
          </p:nvPr>
        </p:nvSpPr>
        <p:spPr>
          <a:xfrm>
            <a:off x="4417621" y="740569"/>
            <a:ext cx="4098900" cy="36612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3"/>
          <p:cNvSpPr txBox="1"/>
          <p:nvPr>
            <p:ph idx="1" type="body"/>
          </p:nvPr>
        </p:nvSpPr>
        <p:spPr>
          <a:xfrm>
            <a:off x="121146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29" name="Google Shape;129;p2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1" name="Google Shape;131;p2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352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1229096" y="273844"/>
            <a:ext cx="72864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104405" y="1385888"/>
            <a:ext cx="74109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6" name="Google Shape;56;p1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ctrTitle"/>
          </p:nvPr>
        </p:nvSpPr>
        <p:spPr>
          <a:xfrm>
            <a:off x="1143000" y="1676397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QORVO_RADIO2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4/17/2026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Sponsor Meeting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5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143" name="Google Shape;143;p25"/>
          <p:cNvSpPr txBox="1"/>
          <p:nvPr>
            <p:ph idx="1" type="body"/>
          </p:nvPr>
        </p:nvSpPr>
        <p:spPr>
          <a:xfrm>
            <a:off x="1362693" y="14176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Poster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Video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Project Updates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6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Video</a:t>
            </a:r>
            <a:endParaRPr/>
          </a:p>
        </p:txBody>
      </p:sp>
      <p:sp>
        <p:nvSpPr>
          <p:cNvPr id="149" name="Google Shape;149;p26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Created script for video earlier this week - 4/14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Went over script with team - 4/16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Recording video and audio to be </a:t>
            </a:r>
            <a:r>
              <a:rPr lang="en"/>
              <a:t>edited</a:t>
            </a:r>
            <a:r>
              <a:rPr lang="en"/>
              <a:t> will be sent in by 4/18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Editing of the first draft video will be 4/18-4/19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Review of the first draft video will be 4/20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7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Poster</a:t>
            </a:r>
            <a:endParaRPr/>
          </a:p>
        </p:txBody>
      </p:sp>
      <p:sp>
        <p:nvSpPr>
          <p:cNvPr id="155" name="Google Shape;155;p27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Poster Discussion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8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Computer Work</a:t>
            </a:r>
            <a:endParaRPr/>
          </a:p>
        </p:txBody>
      </p:sp>
      <p:sp>
        <p:nvSpPr>
          <p:cNvPr id="161" name="Google Shape;161;p28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Create </a:t>
            </a:r>
            <a:r>
              <a:rPr lang="en"/>
              <a:t>BLE Gateway Doorbell Application for video demo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Integrated demo with updated UI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Will be recording demo video and script recording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Electrical Work (Luke M. and Abdul B.)</a:t>
            </a:r>
            <a:endParaRPr/>
          </a:p>
        </p:txBody>
      </p:sp>
      <p:sp>
        <p:nvSpPr>
          <p:cNvPr id="167" name="Google Shape;167;p29"/>
          <p:cNvSpPr txBox="1"/>
          <p:nvPr>
            <p:ph idx="1" type="body"/>
          </p:nvPr>
        </p:nvSpPr>
        <p:spPr>
          <a:xfrm>
            <a:off x="1362700" y="1369225"/>
            <a:ext cx="7152600" cy="15822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Assembled 2 boards for Programing functionaility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Voltage regulator issues fixed on board 1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Issues with board 2, 5V regulator, (Soldering connection?)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Conintued connection issues with J-Tag connection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0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J-Tag Testing Notes</a:t>
            </a:r>
            <a:endParaRPr/>
          </a:p>
        </p:txBody>
      </p:sp>
      <p:sp>
        <p:nvSpPr>
          <p:cNvPr id="173" name="Google Shape;173;p30"/>
          <p:cNvSpPr txBox="1"/>
          <p:nvPr/>
        </p:nvSpPr>
        <p:spPr>
          <a:xfrm>
            <a:off x="1362700" y="1147500"/>
            <a:ext cx="7615800" cy="202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Error 1: Unable to read chip ID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Error 2: pin override is not supported but required for the selected device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Pins with ~3.3V: 3.3V pin, nRESET, TMS, TDO, 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PROG_ENn switch cuts voltage from 3.3V to 0.045V 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Continuity is good 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Vref on JLINK is supposed to be 0V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QPG6200 Internal pulls up nRESET pin (From datasheet pg 49)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 kit is also getting 3.3V at nRESET pin, TDO, TDI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2A502B"/>
      </a:dk2>
      <a:lt2>
        <a:srgbClr val="FFFFFF"/>
      </a:lt2>
      <a:accent1>
        <a:srgbClr val="F2E372"/>
      </a:accent1>
      <a:accent2>
        <a:srgbClr val="2A502B"/>
      </a:accent2>
      <a:accent3>
        <a:srgbClr val="E7BC29"/>
      </a:accent3>
      <a:accent4>
        <a:srgbClr val="1F3C20"/>
      </a:accent4>
      <a:accent5>
        <a:srgbClr val="0070C0"/>
      </a:accent5>
      <a:accent6>
        <a:srgbClr val="2A502B"/>
      </a:accent6>
      <a:hlink>
        <a:srgbClr val="0070C0"/>
      </a:hlink>
      <a:folHlink>
        <a:srgbClr val="344D6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